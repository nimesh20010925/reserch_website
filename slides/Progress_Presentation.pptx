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9"/>
  </p:notesMasterIdLst>
  <p:sldIdLst>
    <p:sldId id="286" r:id="rId5"/>
    <p:sldId id="287" r:id="rId6"/>
    <p:sldId id="288" r:id="rId7"/>
    <p:sldId id="272" r:id="rId8"/>
    <p:sldId id="277" r:id="rId9"/>
    <p:sldId id="278" r:id="rId10"/>
    <p:sldId id="282" r:id="rId11"/>
    <p:sldId id="283" r:id="rId12"/>
    <p:sldId id="303" r:id="rId13"/>
    <p:sldId id="297" r:id="rId14"/>
    <p:sldId id="298" r:id="rId15"/>
    <p:sldId id="299" r:id="rId16"/>
    <p:sldId id="296" r:id="rId17"/>
    <p:sldId id="279" r:id="rId18"/>
  </p:sldIdLst>
  <p:sldSz cx="18288000" cy="10287000"/>
  <p:notesSz cx="6858000" cy="9144000"/>
  <p:embeddedFontLst>
    <p:embeddedFont>
      <p:font typeface="Amasis MT Pro Medium" panose="020F0502020204030204" pitchFamily="18" charset="0"/>
      <p:regular r:id="rId20"/>
      <p: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Montserrat" panose="020F0502020204030204" pitchFamily="2" charset="0"/>
      <p:regular r:id="rId26"/>
      <p:bold r:id="rId27"/>
      <p:italic r:id="rId28"/>
      <p:boldItalic r:id="rId29"/>
    </p:embeddedFont>
    <p:embeddedFont>
      <p:font typeface="Poppins" panose="020B0502040204020203" pitchFamily="2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875FF-957C-4490-8D9C-0F80E7E3165E}" v="987" dt="2026-01-06T02:28:37.771"/>
    <p1510:client id="{3CFA05D9-3AD0-A28F-975D-F22E3DDBE3F2}" v="14" dt="2026-01-06T03:24:07.140"/>
    <p1510:client id="{8E109EB4-E9A2-DB2E-751B-8FC1B4105E3D}" v="2" dt="2026-01-05T17:56:00.983"/>
    <p1510:client id="{AA67A282-F247-897E-471B-DEEBA80B6BC0}" v="999" dt="2026-01-06T02:30:34.736"/>
    <p1510:client id="{CBAE7AC9-19DE-4EEE-B479-0E48AA2DDC9A}" v="53" dt="2026-01-05T18:07:40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9" Type="http://schemas.microsoft.com/office/2015/10/relationships/revisionInfo" Target="revisionInfo.xml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WANTHI BDT it22566102" userId="S::it22566102@my.sliit.lk::f1460d4c-c837-42e6-9c07-1f82c9f04ec9" providerId="AD" clId="Web-{BDC48E78-B667-A740-DCE3-9CB676C4BED3}"/>
    <pc:docChg chg="addSld delSld modSld">
      <pc:chgData name="NUWANTHI BDT it22566102" userId="S::it22566102@my.sliit.lk::f1460d4c-c837-42e6-9c07-1f82c9f04ec9" providerId="AD" clId="Web-{BDC48E78-B667-A740-DCE3-9CB676C4BED3}" dt="2026-01-03T19:17:32.708" v="226" actId="20577"/>
      <pc:docMkLst>
        <pc:docMk/>
      </pc:docMkLst>
      <pc:sldChg chg="modSp">
        <pc:chgData name="NUWANTHI BDT it22566102" userId="S::it22566102@my.sliit.lk::f1460d4c-c837-42e6-9c07-1f82c9f04ec9" providerId="AD" clId="Web-{BDC48E78-B667-A740-DCE3-9CB676C4BED3}" dt="2026-01-03T19:06:35.076" v="52" actId="1076"/>
        <pc:sldMkLst>
          <pc:docMk/>
          <pc:sldMk cId="2377610288" sldId="282"/>
        </pc:sldMkLst>
        <pc:spChg chg="mod">
          <ac:chgData name="NUWANTHI BDT it22566102" userId="S::it22566102@my.sliit.lk::f1460d4c-c837-42e6-9c07-1f82c9f04ec9" providerId="AD" clId="Web-{BDC48E78-B667-A740-DCE3-9CB676C4BED3}" dt="2026-01-03T19:06:05.997" v="49" actId="1076"/>
          <ac:spMkLst>
            <pc:docMk/>
            <pc:sldMk cId="2377610288" sldId="282"/>
            <ac:spMk id="33" creationId="{540147EC-1496-6FC8-33E5-5A5C34D9E56F}"/>
          </ac:spMkLst>
        </pc:spChg>
        <pc:spChg chg="mod">
          <ac:chgData name="NUWANTHI BDT it22566102" userId="S::it22566102@my.sliit.lk::f1460d4c-c837-42e6-9c07-1f82c9f04ec9" providerId="AD" clId="Web-{BDC48E78-B667-A740-DCE3-9CB676C4BED3}" dt="2026-01-03T19:06:35.076" v="52" actId="1076"/>
          <ac:spMkLst>
            <pc:docMk/>
            <pc:sldMk cId="2377610288" sldId="282"/>
            <ac:spMk id="34" creationId="{66EC39B3-55A8-C228-E68F-CE67AE3E9077}"/>
          </ac:spMkLst>
        </pc:spChg>
        <pc:grpChg chg="mod">
          <ac:chgData name="NUWANTHI BDT it22566102" userId="S::it22566102@my.sliit.lk::f1460d4c-c837-42e6-9c07-1f82c9f04ec9" providerId="AD" clId="Web-{BDC48E78-B667-A740-DCE3-9CB676C4BED3}" dt="2026-01-03T19:06:14.544" v="50" actId="1076"/>
          <ac:grpSpMkLst>
            <pc:docMk/>
            <pc:sldMk cId="2377610288" sldId="282"/>
            <ac:grpSpMk id="35" creationId="{EEBEA949-DD2B-7B5E-8E4C-0F3993DB702B}"/>
          </ac:grpSpMkLst>
        </pc:grpChg>
      </pc:sldChg>
      <pc:sldChg chg="modSp">
        <pc:chgData name="NUWANTHI BDT it22566102" userId="S::it22566102@my.sliit.lk::f1460d4c-c837-42e6-9c07-1f82c9f04ec9" providerId="AD" clId="Web-{BDC48E78-B667-A740-DCE3-9CB676C4BED3}" dt="2026-01-03T19:15:03.548" v="184" actId="20577"/>
        <pc:sldMkLst>
          <pc:docMk/>
          <pc:sldMk cId="4064974014" sldId="283"/>
        </pc:sldMkLst>
        <pc:spChg chg="mod">
          <ac:chgData name="NUWANTHI BDT it22566102" userId="S::it22566102@my.sliit.lk::f1460d4c-c837-42e6-9c07-1f82c9f04ec9" providerId="AD" clId="Web-{BDC48E78-B667-A740-DCE3-9CB676C4BED3}" dt="2026-01-03T19:07:37.295" v="81" actId="14100"/>
          <ac:spMkLst>
            <pc:docMk/>
            <pc:sldMk cId="4064974014" sldId="283"/>
            <ac:spMk id="7" creationId="{C03C73F2-712F-3D9F-BAB3-8B32384A2F58}"/>
          </ac:spMkLst>
        </pc:spChg>
        <pc:spChg chg="mod">
          <ac:chgData name="NUWANTHI BDT it22566102" userId="S::it22566102@my.sliit.lk::f1460d4c-c837-42e6-9c07-1f82c9f04ec9" providerId="AD" clId="Web-{BDC48E78-B667-A740-DCE3-9CB676C4BED3}" dt="2026-01-03T19:12:24.665" v="129" actId="20577"/>
          <ac:spMkLst>
            <pc:docMk/>
            <pc:sldMk cId="4064974014" sldId="283"/>
            <ac:spMk id="9" creationId="{8E1B5F5A-3667-9AA4-10C4-4CEEEB4225B7}"/>
          </ac:spMkLst>
        </pc:spChg>
        <pc:spChg chg="mod">
          <ac:chgData name="NUWANTHI BDT it22566102" userId="S::it22566102@my.sliit.lk::f1460d4c-c837-42e6-9c07-1f82c9f04ec9" providerId="AD" clId="Web-{BDC48E78-B667-A740-DCE3-9CB676C4BED3}" dt="2026-01-03T19:13:13.993" v="172" actId="20577"/>
          <ac:spMkLst>
            <pc:docMk/>
            <pc:sldMk cId="4064974014" sldId="283"/>
            <ac:spMk id="13" creationId="{ED0693F0-ED61-49B8-4C2F-09A97E49867A}"/>
          </ac:spMkLst>
        </pc:spChg>
        <pc:spChg chg="mod">
          <ac:chgData name="NUWANTHI BDT it22566102" userId="S::it22566102@my.sliit.lk::f1460d4c-c837-42e6-9c07-1f82c9f04ec9" providerId="AD" clId="Web-{BDC48E78-B667-A740-DCE3-9CB676C4BED3}" dt="2026-01-03T19:15:03.548" v="184" actId="20577"/>
          <ac:spMkLst>
            <pc:docMk/>
            <pc:sldMk cId="4064974014" sldId="283"/>
            <ac:spMk id="27" creationId="{53CC7B22-72E7-716F-34B7-DD274173F192}"/>
          </ac:spMkLst>
        </pc:spChg>
      </pc:sldChg>
      <pc:sldChg chg="modSp add replId">
        <pc:chgData name="NUWANTHI BDT it22566102" userId="S::it22566102@my.sliit.lk::f1460d4c-c837-42e6-9c07-1f82c9f04ec9" providerId="AD" clId="Web-{BDC48E78-B667-A740-DCE3-9CB676C4BED3}" dt="2026-01-03T19:17:32.708" v="226" actId="20577"/>
        <pc:sldMkLst>
          <pc:docMk/>
          <pc:sldMk cId="695497817" sldId="303"/>
        </pc:sldMkLst>
        <pc:spChg chg="mod">
          <ac:chgData name="NUWANTHI BDT it22566102" userId="S::it22566102@my.sliit.lk::f1460d4c-c837-42e6-9c07-1f82c9f04ec9" providerId="AD" clId="Web-{BDC48E78-B667-A740-DCE3-9CB676C4BED3}" dt="2026-01-03T19:17:16.630" v="207" actId="20577"/>
          <ac:spMkLst>
            <pc:docMk/>
            <pc:sldMk cId="695497817" sldId="303"/>
            <ac:spMk id="9" creationId="{D30EC810-52B6-880F-7148-3B4B91A0F960}"/>
          </ac:spMkLst>
        </pc:spChg>
        <pc:spChg chg="mod">
          <ac:chgData name="NUWANTHI BDT it22566102" userId="S::it22566102@my.sliit.lk::f1460d4c-c837-42e6-9c07-1f82c9f04ec9" providerId="AD" clId="Web-{BDC48E78-B667-A740-DCE3-9CB676C4BED3}" dt="2026-01-03T19:17:32.708" v="226" actId="20577"/>
          <ac:spMkLst>
            <pc:docMk/>
            <pc:sldMk cId="695497817" sldId="303"/>
            <ac:spMk id="13" creationId="{CB518DB6-41FD-0F3E-7B3F-DE167E23DF48}"/>
          </ac:spMkLst>
        </pc:spChg>
      </pc:sldChg>
    </pc:docChg>
  </pc:docChgLst>
  <pc:docChgLst>
    <pc:chgData name="SENDANAYAKA H.K. it22582324" userId="S::it22582324@my.sliit.lk::34e693f6-8260-4de3-8292-a344d94a8c9e" providerId="AD" clId="Web-{3CFA05D9-3AD0-A28F-975D-F22E3DDBE3F2}"/>
    <pc:docChg chg="modSld">
      <pc:chgData name="SENDANAYAKA H.K. it22582324" userId="S::it22582324@my.sliit.lk::34e693f6-8260-4de3-8292-a344d94a8c9e" providerId="AD" clId="Web-{3CFA05D9-3AD0-A28F-975D-F22E3DDBE3F2}" dt="2026-01-06T03:24:07.140" v="11" actId="1076"/>
      <pc:docMkLst>
        <pc:docMk/>
      </pc:docMkLst>
      <pc:sldChg chg="modSp">
        <pc:chgData name="SENDANAYAKA H.K. it22582324" userId="S::it22582324@my.sliit.lk::34e693f6-8260-4de3-8292-a344d94a8c9e" providerId="AD" clId="Web-{3CFA05D9-3AD0-A28F-975D-F22E3DDBE3F2}" dt="2026-01-06T03:24:07.140" v="11" actId="1076"/>
        <pc:sldMkLst>
          <pc:docMk/>
          <pc:sldMk cId="4064974014" sldId="283"/>
        </pc:sldMkLst>
        <pc:spChg chg="mod">
          <ac:chgData name="SENDANAYAKA H.K. it22582324" userId="S::it22582324@my.sliit.lk::34e693f6-8260-4de3-8292-a344d94a8c9e" providerId="AD" clId="Web-{3CFA05D9-3AD0-A28F-975D-F22E3DDBE3F2}" dt="2026-01-06T03:24:07.140" v="11" actId="1076"/>
          <ac:spMkLst>
            <pc:docMk/>
            <pc:sldMk cId="4064974014" sldId="283"/>
            <ac:spMk id="9" creationId="{8E1B5F5A-3667-9AA4-10C4-4CEEEB4225B7}"/>
          </ac:spMkLst>
        </pc:spChg>
      </pc:sldChg>
      <pc:sldChg chg="modSp">
        <pc:chgData name="SENDANAYAKA H.K. it22582324" userId="S::it22582324@my.sliit.lk::34e693f6-8260-4de3-8292-a344d94a8c9e" providerId="AD" clId="Web-{3CFA05D9-3AD0-A28F-975D-F22E3DDBE3F2}" dt="2026-01-06T02:36:09.998" v="6" actId="1076"/>
        <pc:sldMkLst>
          <pc:docMk/>
          <pc:sldMk cId="2197906070" sldId="298"/>
        </pc:sldMkLst>
        <pc:spChg chg="mod">
          <ac:chgData name="SENDANAYAKA H.K. it22582324" userId="S::it22582324@my.sliit.lk::34e693f6-8260-4de3-8292-a344d94a8c9e" providerId="AD" clId="Web-{3CFA05D9-3AD0-A28F-975D-F22E3DDBE3F2}" dt="2026-01-06T02:35:59.873" v="2" actId="1076"/>
          <ac:spMkLst>
            <pc:docMk/>
            <pc:sldMk cId="2197906070" sldId="298"/>
            <ac:spMk id="5" creationId="{5B3A8DCB-BFFF-E8EB-5EC1-BE5F1C438941}"/>
          </ac:spMkLst>
        </pc:spChg>
        <pc:spChg chg="mod">
          <ac:chgData name="SENDANAYAKA H.K. it22582324" userId="S::it22582324@my.sliit.lk::34e693f6-8260-4de3-8292-a344d94a8c9e" providerId="AD" clId="Web-{3CFA05D9-3AD0-A28F-975D-F22E3DDBE3F2}" dt="2026-01-06T02:36:09.967" v="5" actId="1076"/>
          <ac:spMkLst>
            <pc:docMk/>
            <pc:sldMk cId="2197906070" sldId="298"/>
            <ac:spMk id="7" creationId="{1C859EB6-DD6A-5330-8FC6-DD679C8226F8}"/>
          </ac:spMkLst>
        </pc:spChg>
        <pc:spChg chg="mod">
          <ac:chgData name="SENDANAYAKA H.K. it22582324" userId="S::it22582324@my.sliit.lk::34e693f6-8260-4de3-8292-a344d94a8c9e" providerId="AD" clId="Web-{3CFA05D9-3AD0-A28F-975D-F22E3DDBE3F2}" dt="2026-01-06T02:36:09.998" v="6" actId="1076"/>
          <ac:spMkLst>
            <pc:docMk/>
            <pc:sldMk cId="2197906070" sldId="298"/>
            <ac:spMk id="8" creationId="{7702BD81-7C8E-BF79-8785-4767C372D36F}"/>
          </ac:spMkLst>
        </pc:spChg>
      </pc:sldChg>
      <pc:sldChg chg="modSp">
        <pc:chgData name="SENDANAYAKA H.K. it22582324" userId="S::it22582324@my.sliit.lk::34e693f6-8260-4de3-8292-a344d94a8c9e" providerId="AD" clId="Web-{3CFA05D9-3AD0-A28F-975D-F22E3DDBE3F2}" dt="2026-01-06T02:36:27.500" v="8" actId="1076"/>
        <pc:sldMkLst>
          <pc:docMk/>
          <pc:sldMk cId="695497817" sldId="303"/>
        </pc:sldMkLst>
        <pc:grpChg chg="mod">
          <ac:chgData name="SENDANAYAKA H.K. it22582324" userId="S::it22582324@my.sliit.lk::34e693f6-8260-4de3-8292-a344d94a8c9e" providerId="AD" clId="Web-{3CFA05D9-3AD0-A28F-975D-F22E3DDBE3F2}" dt="2026-01-06T02:36:27.500" v="8" actId="1076"/>
          <ac:grpSpMkLst>
            <pc:docMk/>
            <pc:sldMk cId="695497817" sldId="303"/>
            <ac:grpSpMk id="5" creationId="{848AB156-0028-F8D3-BB9B-33AC712A3927}"/>
          </ac:grpSpMkLst>
        </pc:grpChg>
      </pc:sldChg>
    </pc:docChg>
  </pc:docChgLst>
  <pc:docChgLst>
    <pc:chgData name="SENDANAYAKA H.K. it22582324" userId="34e693f6-8260-4de3-8292-a344d94a8c9e" providerId="ADAL" clId="{CDDAEBEC-B6EC-4766-8A1C-590739393BA7}"/>
    <pc:docChg chg="custSel addSld delSld modSld">
      <pc:chgData name="SENDANAYAKA H.K. it22582324" userId="34e693f6-8260-4de3-8292-a344d94a8c9e" providerId="ADAL" clId="{CDDAEBEC-B6EC-4766-8A1C-590739393BA7}" dt="2026-01-05T18:07:40.097" v="53" actId="1038"/>
      <pc:docMkLst>
        <pc:docMk/>
      </pc:docMkLst>
      <pc:sldChg chg="del">
        <pc:chgData name="SENDANAYAKA H.K. it22582324" userId="34e693f6-8260-4de3-8292-a344d94a8c9e" providerId="ADAL" clId="{CDDAEBEC-B6EC-4766-8A1C-590739393BA7}" dt="2026-01-05T17:39:11.432" v="22" actId="47"/>
        <pc:sldMkLst>
          <pc:docMk/>
          <pc:sldMk cId="0" sldId="260"/>
        </pc:sldMkLst>
      </pc:sldChg>
      <pc:sldChg chg="del">
        <pc:chgData name="SENDANAYAKA H.K. it22582324" userId="34e693f6-8260-4de3-8292-a344d94a8c9e" providerId="ADAL" clId="{CDDAEBEC-B6EC-4766-8A1C-590739393BA7}" dt="2026-01-05T17:39:04.348" v="18" actId="47"/>
        <pc:sldMkLst>
          <pc:docMk/>
          <pc:sldMk cId="0" sldId="261"/>
        </pc:sldMkLst>
      </pc:sldChg>
      <pc:sldChg chg="del">
        <pc:chgData name="SENDANAYAKA H.K. it22582324" userId="34e693f6-8260-4de3-8292-a344d94a8c9e" providerId="ADAL" clId="{CDDAEBEC-B6EC-4766-8A1C-590739393BA7}" dt="2026-01-05T17:39:06.060" v="19" actId="47"/>
        <pc:sldMkLst>
          <pc:docMk/>
          <pc:sldMk cId="0" sldId="266"/>
        </pc:sldMkLst>
      </pc:sldChg>
      <pc:sldChg chg="del">
        <pc:chgData name="SENDANAYAKA H.K. it22582324" userId="34e693f6-8260-4de3-8292-a344d94a8c9e" providerId="ADAL" clId="{CDDAEBEC-B6EC-4766-8A1C-590739393BA7}" dt="2026-01-05T17:39:14.748" v="23" actId="47"/>
        <pc:sldMkLst>
          <pc:docMk/>
          <pc:sldMk cId="3344099599" sldId="276"/>
        </pc:sldMkLst>
      </pc:sldChg>
      <pc:sldChg chg="modSp mod">
        <pc:chgData name="SENDANAYAKA H.K. it22582324" userId="34e693f6-8260-4de3-8292-a344d94a8c9e" providerId="ADAL" clId="{CDDAEBEC-B6EC-4766-8A1C-590739393BA7}" dt="2026-01-05T18:07:40.097" v="53" actId="1038"/>
        <pc:sldMkLst>
          <pc:docMk/>
          <pc:sldMk cId="2828853748" sldId="277"/>
        </pc:sldMkLst>
        <pc:spChg chg="mod">
          <ac:chgData name="SENDANAYAKA H.K. it22582324" userId="34e693f6-8260-4de3-8292-a344d94a8c9e" providerId="ADAL" clId="{CDDAEBEC-B6EC-4766-8A1C-590739393BA7}" dt="2026-01-05T18:07:40.097" v="53" actId="1038"/>
          <ac:spMkLst>
            <pc:docMk/>
            <pc:sldMk cId="2828853748" sldId="277"/>
            <ac:spMk id="6" creationId="{B8EEA932-B39F-CB5E-F9F8-8E86BBBAE179}"/>
          </ac:spMkLst>
        </pc:spChg>
        <pc:spChg chg="mod">
          <ac:chgData name="SENDANAYAKA H.K. it22582324" userId="34e693f6-8260-4de3-8292-a344d94a8c9e" providerId="ADAL" clId="{CDDAEBEC-B6EC-4766-8A1C-590739393BA7}" dt="2026-01-05T18:07:40.097" v="53" actId="1038"/>
          <ac:spMkLst>
            <pc:docMk/>
            <pc:sldMk cId="2828853748" sldId="277"/>
            <ac:spMk id="8" creationId="{0D73B7CF-A4DD-38C9-8705-DDB834533BA6}"/>
          </ac:spMkLst>
        </pc:spChg>
      </pc:sldChg>
      <pc:sldChg chg="delSp mod">
        <pc:chgData name="SENDANAYAKA H.K. it22582324" userId="34e693f6-8260-4de3-8292-a344d94a8c9e" providerId="ADAL" clId="{CDDAEBEC-B6EC-4766-8A1C-590739393BA7}" dt="2026-01-05T18:07:09.715" v="43" actId="478"/>
        <pc:sldMkLst>
          <pc:docMk/>
          <pc:sldMk cId="2291938758" sldId="278"/>
        </pc:sldMkLst>
        <pc:spChg chg="topLvl">
          <ac:chgData name="SENDANAYAKA H.K. it22582324" userId="34e693f6-8260-4de3-8292-a344d94a8c9e" providerId="ADAL" clId="{CDDAEBEC-B6EC-4766-8A1C-590739393BA7}" dt="2026-01-05T18:07:09.715" v="43" actId="478"/>
          <ac:spMkLst>
            <pc:docMk/>
            <pc:sldMk cId="2291938758" sldId="278"/>
            <ac:spMk id="3" creationId="{92A5F34D-A165-BA40-E76A-3384161398B3}"/>
          </ac:spMkLst>
        </pc:spChg>
        <pc:spChg chg="del topLvl">
          <ac:chgData name="SENDANAYAKA H.K. it22582324" userId="34e693f6-8260-4de3-8292-a344d94a8c9e" providerId="ADAL" clId="{CDDAEBEC-B6EC-4766-8A1C-590739393BA7}" dt="2026-01-05T18:07:09.715" v="43" actId="478"/>
          <ac:spMkLst>
            <pc:docMk/>
            <pc:sldMk cId="2291938758" sldId="278"/>
            <ac:spMk id="4" creationId="{56129E6C-FC4B-437D-6D2D-2C69C9BECF71}"/>
          </ac:spMkLst>
        </pc:spChg>
        <pc:grpChg chg="del">
          <ac:chgData name="SENDANAYAKA H.K. it22582324" userId="34e693f6-8260-4de3-8292-a344d94a8c9e" providerId="ADAL" clId="{CDDAEBEC-B6EC-4766-8A1C-590739393BA7}" dt="2026-01-05T18:07:09.715" v="43" actId="478"/>
          <ac:grpSpMkLst>
            <pc:docMk/>
            <pc:sldMk cId="2291938758" sldId="278"/>
            <ac:grpSpMk id="2" creationId="{B0C9D53C-36E6-0FAB-87EA-104E8CBDF587}"/>
          </ac:grpSpMkLst>
        </pc:grpChg>
      </pc:sldChg>
      <pc:sldChg chg="del">
        <pc:chgData name="SENDANAYAKA H.K. it22582324" userId="34e693f6-8260-4de3-8292-a344d94a8c9e" providerId="ADAL" clId="{CDDAEBEC-B6EC-4766-8A1C-590739393BA7}" dt="2026-01-05T17:39:07.720" v="20" actId="47"/>
        <pc:sldMkLst>
          <pc:docMk/>
          <pc:sldMk cId="1762430189" sldId="294"/>
        </pc:sldMkLst>
      </pc:sldChg>
      <pc:sldChg chg="del">
        <pc:chgData name="SENDANAYAKA H.K. it22582324" userId="34e693f6-8260-4de3-8292-a344d94a8c9e" providerId="ADAL" clId="{CDDAEBEC-B6EC-4766-8A1C-590739393BA7}" dt="2026-01-05T17:39:09.576" v="21" actId="47"/>
        <pc:sldMkLst>
          <pc:docMk/>
          <pc:sldMk cId="1566985309" sldId="295"/>
        </pc:sldMkLst>
      </pc:sldChg>
      <pc:sldChg chg="del">
        <pc:chgData name="SENDANAYAKA H.K. it22582324" userId="34e693f6-8260-4de3-8292-a344d94a8c9e" providerId="ADAL" clId="{CDDAEBEC-B6EC-4766-8A1C-590739393BA7}" dt="2026-01-05T17:39:02.292" v="17" actId="47"/>
        <pc:sldMkLst>
          <pc:docMk/>
          <pc:sldMk cId="0" sldId="304"/>
        </pc:sldMkLst>
      </pc:sldChg>
      <pc:sldChg chg="addSp delSp modSp add mod setBg modAnim">
        <pc:chgData name="SENDANAYAKA H.K. it22582324" userId="34e693f6-8260-4de3-8292-a344d94a8c9e" providerId="ADAL" clId="{CDDAEBEC-B6EC-4766-8A1C-590739393BA7}" dt="2026-01-05T17:38:25.684" v="16" actId="14100"/>
        <pc:sldMkLst>
          <pc:docMk/>
          <pc:sldMk cId="756542713" sldId="305"/>
        </pc:sldMkLst>
        <pc:spChg chg="del">
          <ac:chgData name="SENDANAYAKA H.K. it22582324" userId="34e693f6-8260-4de3-8292-a344d94a8c9e" providerId="ADAL" clId="{CDDAEBEC-B6EC-4766-8A1C-590739393BA7}" dt="2026-01-05T17:37:24.887" v="3" actId="478"/>
          <ac:spMkLst>
            <pc:docMk/>
            <pc:sldMk cId="756542713" sldId="305"/>
            <ac:spMk id="6" creationId="{9A133329-498B-6A96-82BE-C4E801BFDB84}"/>
          </ac:spMkLst>
        </pc:spChg>
        <pc:spChg chg="del">
          <ac:chgData name="SENDANAYAKA H.K. it22582324" userId="34e693f6-8260-4de3-8292-a344d94a8c9e" providerId="ADAL" clId="{CDDAEBEC-B6EC-4766-8A1C-590739393BA7}" dt="2026-01-05T17:37:38.571" v="9" actId="478"/>
          <ac:spMkLst>
            <pc:docMk/>
            <pc:sldMk cId="756542713" sldId="305"/>
            <ac:spMk id="35" creationId="{8EF2EC18-1DBD-3CF5-CDFD-D6B1205F0BBF}"/>
          </ac:spMkLst>
        </pc:spChg>
        <pc:spChg chg="del">
          <ac:chgData name="SENDANAYAKA H.K. it22582324" userId="34e693f6-8260-4de3-8292-a344d94a8c9e" providerId="ADAL" clId="{CDDAEBEC-B6EC-4766-8A1C-590739393BA7}" dt="2026-01-05T17:37:42.982" v="10" actId="478"/>
          <ac:spMkLst>
            <pc:docMk/>
            <pc:sldMk cId="756542713" sldId="305"/>
            <ac:spMk id="36" creationId="{C03DE166-00A1-33A0-50BC-28CEA5036104}"/>
          </ac:spMkLst>
        </pc:spChg>
        <pc:spChg chg="del">
          <ac:chgData name="SENDANAYAKA H.K. it22582324" userId="34e693f6-8260-4de3-8292-a344d94a8c9e" providerId="ADAL" clId="{CDDAEBEC-B6EC-4766-8A1C-590739393BA7}" dt="2026-01-05T17:37:28.719" v="5" actId="478"/>
          <ac:spMkLst>
            <pc:docMk/>
            <pc:sldMk cId="756542713" sldId="305"/>
            <ac:spMk id="41" creationId="{EEE87DA0-9C63-C621-A6D7-AE0886BB1967}"/>
          </ac:spMkLst>
        </pc:spChg>
        <pc:spChg chg="del">
          <ac:chgData name="SENDANAYAKA H.K. it22582324" userId="34e693f6-8260-4de3-8292-a344d94a8c9e" providerId="ADAL" clId="{CDDAEBEC-B6EC-4766-8A1C-590739393BA7}" dt="2026-01-05T17:37:26.853" v="4" actId="478"/>
          <ac:spMkLst>
            <pc:docMk/>
            <pc:sldMk cId="756542713" sldId="305"/>
            <ac:spMk id="42" creationId="{AAD70FB6-0C72-25CA-B69B-CA3CAA5EF8C7}"/>
          </ac:spMkLst>
        </pc:spChg>
        <pc:spChg chg="del">
          <ac:chgData name="SENDANAYAKA H.K. it22582324" userId="34e693f6-8260-4de3-8292-a344d94a8c9e" providerId="ADAL" clId="{CDDAEBEC-B6EC-4766-8A1C-590739393BA7}" dt="2026-01-05T17:37:33.137" v="7" actId="478"/>
          <ac:spMkLst>
            <pc:docMk/>
            <pc:sldMk cId="756542713" sldId="305"/>
            <ac:spMk id="43" creationId="{7E6B7472-00CA-F461-CBA7-86C0AFAEFCA4}"/>
          </ac:spMkLst>
        </pc:spChg>
        <pc:spChg chg="del">
          <ac:chgData name="SENDANAYAKA H.K. it22582324" userId="34e693f6-8260-4de3-8292-a344d94a8c9e" providerId="ADAL" clId="{CDDAEBEC-B6EC-4766-8A1C-590739393BA7}" dt="2026-01-05T17:37:34.669" v="8" actId="478"/>
          <ac:spMkLst>
            <pc:docMk/>
            <pc:sldMk cId="756542713" sldId="305"/>
            <ac:spMk id="44" creationId="{17D571D6-03BF-11A1-1FF6-5DD629ECAF6E}"/>
          </ac:spMkLst>
        </pc:spChg>
        <pc:grpChg chg="del">
          <ac:chgData name="SENDANAYAKA H.K. it22582324" userId="34e693f6-8260-4de3-8292-a344d94a8c9e" providerId="ADAL" clId="{CDDAEBEC-B6EC-4766-8A1C-590739393BA7}" dt="2026-01-05T17:37:30.618" v="6" actId="478"/>
          <ac:grpSpMkLst>
            <pc:docMk/>
            <pc:sldMk cId="756542713" sldId="305"/>
            <ac:grpSpMk id="28" creationId="{6BCA7896-0D66-5256-F555-BFE97229C85D}"/>
          </ac:grpSpMkLst>
        </pc:grpChg>
        <pc:grpChg chg="del">
          <ac:chgData name="SENDANAYAKA H.K. it22582324" userId="34e693f6-8260-4de3-8292-a344d94a8c9e" providerId="ADAL" clId="{CDDAEBEC-B6EC-4766-8A1C-590739393BA7}" dt="2026-01-05T17:37:44.331" v="11" actId="478"/>
          <ac:grpSpMkLst>
            <pc:docMk/>
            <pc:sldMk cId="756542713" sldId="305"/>
            <ac:grpSpMk id="38" creationId="{F6AB2F37-8DC0-3FDF-03F0-AD3E4C4FF987}"/>
          </ac:grpSpMkLst>
        </pc:grpChg>
        <pc:picChg chg="add mod">
          <ac:chgData name="SENDANAYAKA H.K. it22582324" userId="34e693f6-8260-4de3-8292-a344d94a8c9e" providerId="ADAL" clId="{CDDAEBEC-B6EC-4766-8A1C-590739393BA7}" dt="2026-01-05T17:38:25.684" v="16" actId="14100"/>
          <ac:picMkLst>
            <pc:docMk/>
            <pc:sldMk cId="756542713" sldId="305"/>
            <ac:picMk id="2" creationId="{9551731F-FC69-A95A-5C5B-4512299673D7}"/>
          </ac:picMkLst>
        </pc:picChg>
        <pc:picChg chg="del">
          <ac:chgData name="SENDANAYAKA H.K. it22582324" userId="34e693f6-8260-4de3-8292-a344d94a8c9e" providerId="ADAL" clId="{CDDAEBEC-B6EC-4766-8A1C-590739393BA7}" dt="2026-01-05T17:37:46.430" v="12" actId="478"/>
          <ac:picMkLst>
            <pc:docMk/>
            <pc:sldMk cId="756542713" sldId="305"/>
            <ac:picMk id="34" creationId="{E98F595F-D39C-B454-F558-AE0DEAD6C866}"/>
          </ac:picMkLst>
        </pc:picChg>
      </pc:sldChg>
      <pc:sldChg chg="add del setBg">
        <pc:chgData name="SENDANAYAKA H.K. it22582324" userId="34e693f6-8260-4de3-8292-a344d94a8c9e" providerId="ADAL" clId="{CDDAEBEC-B6EC-4766-8A1C-590739393BA7}" dt="2026-01-05T17:37:17.645" v="1" actId="47"/>
        <pc:sldMkLst>
          <pc:docMk/>
          <pc:sldMk cId="1871514330" sldId="305"/>
        </pc:sldMkLst>
      </pc:sldChg>
      <pc:sldChg chg="addSp modSp new mod modAnim">
        <pc:chgData name="SENDANAYAKA H.K. it22582324" userId="34e693f6-8260-4de3-8292-a344d94a8c9e" providerId="ADAL" clId="{CDDAEBEC-B6EC-4766-8A1C-590739393BA7}" dt="2026-01-05T17:49:52.666" v="42" actId="14100"/>
        <pc:sldMkLst>
          <pc:docMk/>
          <pc:sldMk cId="3754020433" sldId="306"/>
        </pc:sldMkLst>
        <pc:picChg chg="add mod">
          <ac:chgData name="SENDANAYAKA H.K. it22582324" userId="34e693f6-8260-4de3-8292-a344d94a8c9e" providerId="ADAL" clId="{CDDAEBEC-B6EC-4766-8A1C-590739393BA7}" dt="2026-01-05T17:49:52.666" v="42" actId="14100"/>
          <ac:picMkLst>
            <pc:docMk/>
            <pc:sldMk cId="3754020433" sldId="306"/>
            <ac:picMk id="3" creationId="{6DFBB14A-9C52-F4DE-84E8-6F3A8E3B86E3}"/>
          </ac:picMkLst>
        </pc:picChg>
      </pc:sldChg>
    </pc:docChg>
  </pc:docChgLst>
  <pc:docChgLst>
    <pc:chgData name="NUWANTHI BDT it22566102" userId="S::it22566102@my.sliit.lk::f1460d4c-c837-42e6-9c07-1f82c9f04ec9" providerId="AD" clId="Web-{AA67A282-F247-897E-471B-DEEBA80B6BC0}"/>
    <pc:docChg chg="modSld">
      <pc:chgData name="NUWANTHI BDT it22566102" userId="S::it22566102@my.sliit.lk::f1460d4c-c837-42e6-9c07-1f82c9f04ec9" providerId="AD" clId="Web-{AA67A282-F247-897E-471B-DEEBA80B6BC0}" dt="2026-01-06T02:30:20.157" v="525" actId="1076"/>
      <pc:docMkLst>
        <pc:docMk/>
      </pc:docMkLst>
      <pc:sldChg chg="addSp delSp modSp">
        <pc:chgData name="NUWANTHI BDT it22566102" userId="S::it22566102@my.sliit.lk::f1460d4c-c837-42e6-9c07-1f82c9f04ec9" providerId="AD" clId="Web-{AA67A282-F247-897E-471B-DEEBA80B6BC0}" dt="2026-01-06T02:26:01.914" v="317" actId="20577"/>
        <pc:sldMkLst>
          <pc:docMk/>
          <pc:sldMk cId="4064974014" sldId="283"/>
        </pc:sldMkLst>
        <pc:spChg chg="add mod">
          <ac:chgData name="NUWANTHI BDT it22566102" userId="S::it22566102@my.sliit.lk::f1460d4c-c837-42e6-9c07-1f82c9f04ec9" providerId="AD" clId="Web-{AA67A282-F247-897E-471B-DEEBA80B6BC0}" dt="2026-01-06T02:26:01.914" v="317" actId="20577"/>
          <ac:spMkLst>
            <pc:docMk/>
            <pc:sldMk cId="4064974014" sldId="283"/>
            <ac:spMk id="6" creationId="{9E0629E9-A908-0A90-F326-3E3F723490C3}"/>
          </ac:spMkLst>
        </pc:spChg>
        <pc:spChg chg="mod">
          <ac:chgData name="NUWANTHI BDT it22566102" userId="S::it22566102@my.sliit.lk::f1460d4c-c837-42e6-9c07-1f82c9f04ec9" providerId="AD" clId="Web-{AA67A282-F247-897E-471B-DEEBA80B6BC0}" dt="2026-01-06T02:24:23.443" v="177" actId="20577"/>
          <ac:spMkLst>
            <pc:docMk/>
            <pc:sldMk cId="4064974014" sldId="283"/>
            <ac:spMk id="9" creationId="{8E1B5F5A-3667-9AA4-10C4-4CEEEB4225B7}"/>
          </ac:spMkLst>
        </pc:spChg>
        <pc:spChg chg="mod">
          <ac:chgData name="NUWANTHI BDT it22566102" userId="S::it22566102@my.sliit.lk::f1460d4c-c837-42e6-9c07-1f82c9f04ec9" providerId="AD" clId="Web-{AA67A282-F247-897E-471B-DEEBA80B6BC0}" dt="2026-01-06T02:24:05.521" v="175" actId="1076"/>
          <ac:spMkLst>
            <pc:docMk/>
            <pc:sldMk cId="4064974014" sldId="283"/>
            <ac:spMk id="13" creationId="{ED0693F0-ED61-49B8-4C2F-09A97E49867A}"/>
          </ac:spMkLst>
        </pc:spChg>
        <pc:graphicFrameChg chg="del modGraphic">
          <ac:chgData name="NUWANTHI BDT it22566102" userId="S::it22566102@my.sliit.lk::f1460d4c-c837-42e6-9c07-1f82c9f04ec9" providerId="AD" clId="Web-{AA67A282-F247-897E-471B-DEEBA80B6BC0}" dt="2026-01-06T02:22:08.162" v="84"/>
          <ac:graphicFrameMkLst>
            <pc:docMk/>
            <pc:sldMk cId="4064974014" sldId="283"/>
            <ac:graphicFrameMk id="11" creationId="{0270BF78-5B46-4C07-596B-E2292D4785E6}"/>
          </ac:graphicFrameMkLst>
        </pc:graphicFrameChg>
      </pc:sldChg>
      <pc:sldChg chg="addSp delSp modSp">
        <pc:chgData name="NUWANTHI BDT it22566102" userId="S::it22566102@my.sliit.lk::f1460d4c-c837-42e6-9c07-1f82c9f04ec9" providerId="AD" clId="Web-{AA67A282-F247-897E-471B-DEEBA80B6BC0}" dt="2026-01-06T02:30:20.157" v="525" actId="1076"/>
        <pc:sldMkLst>
          <pc:docMk/>
          <pc:sldMk cId="695497817" sldId="303"/>
        </pc:sldMkLst>
        <pc:spChg chg="add mod">
          <ac:chgData name="NUWANTHI BDT it22566102" userId="S::it22566102@my.sliit.lk::f1460d4c-c837-42e6-9c07-1f82c9f04ec9" providerId="AD" clId="Web-{AA67A282-F247-897E-471B-DEEBA80B6BC0}" dt="2026-01-06T02:30:19.578" v="524" actId="20577"/>
          <ac:spMkLst>
            <pc:docMk/>
            <pc:sldMk cId="695497817" sldId="303"/>
            <ac:spMk id="6" creationId="{743B19C1-430B-C2CB-E3D5-01D1CC5DCF9A}"/>
          </ac:spMkLst>
        </pc:spChg>
        <pc:spChg chg="mod">
          <ac:chgData name="NUWANTHI BDT it22566102" userId="S::it22566102@my.sliit.lk::f1460d4c-c837-42e6-9c07-1f82c9f04ec9" providerId="AD" clId="Web-{AA67A282-F247-897E-471B-DEEBA80B6BC0}" dt="2026-01-06T02:30:20.157" v="525" actId="1076"/>
          <ac:spMkLst>
            <pc:docMk/>
            <pc:sldMk cId="695497817" sldId="303"/>
            <ac:spMk id="9" creationId="{D30EC810-52B6-880F-7148-3B4B91A0F960}"/>
          </ac:spMkLst>
        </pc:spChg>
        <pc:spChg chg="mod">
          <ac:chgData name="NUWANTHI BDT it22566102" userId="S::it22566102@my.sliit.lk::f1460d4c-c837-42e6-9c07-1f82c9f04ec9" providerId="AD" clId="Web-{AA67A282-F247-897E-471B-DEEBA80B6BC0}" dt="2026-01-06T02:28:36.025" v="443" actId="1076"/>
          <ac:spMkLst>
            <pc:docMk/>
            <pc:sldMk cId="695497817" sldId="303"/>
            <ac:spMk id="13" creationId="{CB518DB6-41FD-0F3E-7B3F-DE167E23DF48}"/>
          </ac:spMkLst>
        </pc:spChg>
        <pc:graphicFrameChg chg="del">
          <ac:chgData name="NUWANTHI BDT it22566102" userId="S::it22566102@my.sliit.lk::f1460d4c-c837-42e6-9c07-1f82c9f04ec9" providerId="AD" clId="Web-{AA67A282-F247-897E-471B-DEEBA80B6BC0}" dt="2026-01-06T02:28:17.118" v="440"/>
          <ac:graphicFrameMkLst>
            <pc:docMk/>
            <pc:sldMk cId="695497817" sldId="303"/>
            <ac:graphicFrameMk id="11" creationId="{88AB1FB2-F33F-59F9-A2FC-26A5ECF12826}"/>
          </ac:graphicFrameMkLst>
        </pc:graphicFrameChg>
      </pc:sldChg>
    </pc:docChg>
  </pc:docChgLst>
  <pc:docChgLst>
    <pc:chgData name="NUWANTHI BDT it22566102" userId="S::it22566102@my.sliit.lk::f1460d4c-c837-42e6-9c07-1f82c9f04ec9" providerId="AD" clId="Web-{8E109EB4-E9A2-DB2E-751B-8FC1B4105E3D}"/>
    <pc:docChg chg="modSld">
      <pc:chgData name="NUWANTHI BDT it22566102" userId="S::it22566102@my.sliit.lk::f1460d4c-c837-42e6-9c07-1f82c9f04ec9" providerId="AD" clId="Web-{8E109EB4-E9A2-DB2E-751B-8FC1B4105E3D}" dt="2026-01-05T17:56:00.983" v="1" actId="1076"/>
      <pc:docMkLst>
        <pc:docMk/>
      </pc:docMkLst>
      <pc:sldChg chg="modSp">
        <pc:chgData name="NUWANTHI BDT it22566102" userId="S::it22566102@my.sliit.lk::f1460d4c-c837-42e6-9c07-1f82c9f04ec9" providerId="AD" clId="Web-{8E109EB4-E9A2-DB2E-751B-8FC1B4105E3D}" dt="2026-01-05T17:56:00.983" v="1" actId="1076"/>
        <pc:sldMkLst>
          <pc:docMk/>
          <pc:sldMk cId="2291938758" sldId="278"/>
        </pc:sldMkLst>
        <pc:grpChg chg="mod">
          <ac:chgData name="NUWANTHI BDT it22566102" userId="S::it22566102@my.sliit.lk::f1460d4c-c837-42e6-9c07-1f82c9f04ec9" providerId="AD" clId="Web-{8E109EB4-E9A2-DB2E-751B-8FC1B4105E3D}" dt="2026-01-05T17:56:00.983" v="1" actId="1076"/>
          <ac:grpSpMkLst>
            <pc:docMk/>
            <pc:sldMk cId="2291938758" sldId="278"/>
            <ac:grpSpMk id="2" creationId="{B0C9D53C-36E6-0FAB-87EA-104E8CBDF587}"/>
          </ac:grpSpMkLst>
        </pc:grpChg>
      </pc:sldChg>
    </pc:docChg>
  </pc:docChgLst>
  <pc:docChgLst>
    <pc:chgData name="JAYASEKARA R.G.S it22292940" userId="2c5a25ee-9c35-49cb-92f3-85d27fcdb9b0" providerId="ADAL" clId="{D2D693E6-060F-4329-AA70-48A9DD3EF7B5}"/>
    <pc:docChg chg="undo custSel addSld delSld modSld">
      <pc:chgData name="JAYASEKARA R.G.S it22292940" userId="2c5a25ee-9c35-49cb-92f3-85d27fcdb9b0" providerId="ADAL" clId="{D2D693E6-060F-4329-AA70-48A9DD3EF7B5}" dt="2026-01-06T12:59:21.123" v="1973" actId="47"/>
      <pc:docMkLst>
        <pc:docMk/>
      </pc:docMkLst>
      <pc:sldChg chg="delSp mod">
        <pc:chgData name="JAYASEKARA R.G.S it22292940" userId="2c5a25ee-9c35-49cb-92f3-85d27fcdb9b0" providerId="ADAL" clId="{D2D693E6-060F-4329-AA70-48A9DD3EF7B5}" dt="2026-01-06T12:57:30.827" v="1963" actId="478"/>
        <pc:sldMkLst>
          <pc:docMk/>
          <pc:sldMk cId="0" sldId="272"/>
        </pc:sldMkLst>
        <pc:picChg chg="del">
          <ac:chgData name="JAYASEKARA R.G.S it22292940" userId="2c5a25ee-9c35-49cb-92f3-85d27fcdb9b0" providerId="ADAL" clId="{D2D693E6-060F-4329-AA70-48A9DD3EF7B5}" dt="2026-01-06T12:57:30.827" v="1963" actId="478"/>
          <ac:picMkLst>
            <pc:docMk/>
            <pc:sldMk cId="0" sldId="272"/>
            <ac:picMk id="25" creationId="{F35DD381-CFB1-2FFA-A720-DE2E180F31ED}"/>
          </ac:picMkLst>
        </pc:picChg>
      </pc:sldChg>
      <pc:sldChg chg="delSp modSp mod">
        <pc:chgData name="JAYASEKARA R.G.S it22292940" userId="2c5a25ee-9c35-49cb-92f3-85d27fcdb9b0" providerId="ADAL" clId="{D2D693E6-060F-4329-AA70-48A9DD3EF7B5}" dt="2026-01-06T12:58:09.347" v="1968" actId="478"/>
        <pc:sldMkLst>
          <pc:docMk/>
          <pc:sldMk cId="2377610288" sldId="282"/>
        </pc:sldMkLst>
        <pc:spChg chg="del">
          <ac:chgData name="JAYASEKARA R.G.S it22292940" userId="2c5a25ee-9c35-49cb-92f3-85d27fcdb9b0" providerId="ADAL" clId="{D2D693E6-060F-4329-AA70-48A9DD3EF7B5}" dt="2026-01-06T12:58:05.133" v="1967" actId="478"/>
          <ac:spMkLst>
            <pc:docMk/>
            <pc:sldMk cId="2377610288" sldId="282"/>
            <ac:spMk id="29" creationId="{DAB537D2-6F79-EB2D-8A07-4D2A59B93F93}"/>
          </ac:spMkLst>
        </pc:spChg>
        <pc:spChg chg="del mod">
          <ac:chgData name="JAYASEKARA R.G.S it22292940" userId="2c5a25ee-9c35-49cb-92f3-85d27fcdb9b0" providerId="ADAL" clId="{D2D693E6-060F-4329-AA70-48A9DD3EF7B5}" dt="2026-01-06T12:58:01.429" v="1966" actId="478"/>
          <ac:spMkLst>
            <pc:docMk/>
            <pc:sldMk cId="2377610288" sldId="282"/>
            <ac:spMk id="30" creationId="{296E2B36-1C26-92D8-1023-A8D944538B08}"/>
          </ac:spMkLst>
        </pc:spChg>
        <pc:spChg chg="del">
          <ac:chgData name="JAYASEKARA R.G.S it22292940" userId="2c5a25ee-9c35-49cb-92f3-85d27fcdb9b0" providerId="ADAL" clId="{D2D693E6-060F-4329-AA70-48A9DD3EF7B5}" dt="2026-01-06T12:58:09.347" v="1968" actId="478"/>
          <ac:spMkLst>
            <pc:docMk/>
            <pc:sldMk cId="2377610288" sldId="282"/>
            <ac:spMk id="31" creationId="{3B076EED-4D06-D1D1-23C5-89774E604AD5}"/>
          </ac:spMkLst>
        </pc:spChg>
        <pc:picChg chg="del">
          <ac:chgData name="JAYASEKARA R.G.S it22292940" userId="2c5a25ee-9c35-49cb-92f3-85d27fcdb9b0" providerId="ADAL" clId="{D2D693E6-060F-4329-AA70-48A9DD3EF7B5}" dt="2026-01-06T12:57:50.687" v="1964" actId="478"/>
          <ac:picMkLst>
            <pc:docMk/>
            <pc:sldMk cId="2377610288" sldId="282"/>
            <ac:picMk id="25" creationId="{F81A9004-08B4-271C-9CA0-3723C9CD2D24}"/>
          </ac:picMkLst>
        </pc:picChg>
      </pc:sldChg>
      <pc:sldChg chg="delSp mod">
        <pc:chgData name="JAYASEKARA R.G.S it22292940" userId="2c5a25ee-9c35-49cb-92f3-85d27fcdb9b0" providerId="ADAL" clId="{D2D693E6-060F-4329-AA70-48A9DD3EF7B5}" dt="2026-01-06T12:57:16.210" v="1962" actId="478"/>
        <pc:sldMkLst>
          <pc:docMk/>
          <pc:sldMk cId="3525339820" sldId="286"/>
        </pc:sldMkLst>
        <pc:picChg chg="del">
          <ac:chgData name="JAYASEKARA R.G.S it22292940" userId="2c5a25ee-9c35-49cb-92f3-85d27fcdb9b0" providerId="ADAL" clId="{D2D693E6-060F-4329-AA70-48A9DD3EF7B5}" dt="2026-01-06T12:57:16.210" v="1962" actId="478"/>
          <ac:picMkLst>
            <pc:docMk/>
            <pc:sldMk cId="3525339820" sldId="286"/>
            <ac:picMk id="3" creationId="{6C6F84C6-E29E-6AA3-682E-5149405D549C}"/>
          </ac:picMkLst>
        </pc:picChg>
      </pc:sldChg>
      <pc:sldChg chg="delSp modSp mod">
        <pc:chgData name="JAYASEKARA R.G.S it22292940" userId="2c5a25ee-9c35-49cb-92f3-85d27fcdb9b0" providerId="ADAL" clId="{D2D693E6-060F-4329-AA70-48A9DD3EF7B5}" dt="2026-01-06T12:58:20.629" v="1969" actId="478"/>
        <pc:sldMkLst>
          <pc:docMk/>
          <pc:sldMk cId="4058261819" sldId="297"/>
        </pc:sldMkLst>
        <pc:spChg chg="mod">
          <ac:chgData name="JAYASEKARA R.G.S it22292940" userId="2c5a25ee-9c35-49cb-92f3-85d27fcdb9b0" providerId="ADAL" clId="{D2D693E6-060F-4329-AA70-48A9DD3EF7B5}" dt="2026-01-05T17:20:47.456" v="4" actId="20577"/>
          <ac:spMkLst>
            <pc:docMk/>
            <pc:sldMk cId="4058261819" sldId="297"/>
            <ac:spMk id="27" creationId="{013C9248-382D-AFC8-3196-43B6E8241645}"/>
          </ac:spMkLst>
        </pc:spChg>
        <pc:picChg chg="del">
          <ac:chgData name="JAYASEKARA R.G.S it22292940" userId="2c5a25ee-9c35-49cb-92f3-85d27fcdb9b0" providerId="ADAL" clId="{D2D693E6-060F-4329-AA70-48A9DD3EF7B5}" dt="2026-01-06T12:58:20.629" v="1969" actId="478"/>
          <ac:picMkLst>
            <pc:docMk/>
            <pc:sldMk cId="4058261819" sldId="297"/>
            <ac:picMk id="5" creationId="{31018E43-44F6-9D88-3DA1-68CDD545E532}"/>
          </ac:picMkLst>
        </pc:picChg>
      </pc:sldChg>
      <pc:sldChg chg="addSp modSp mod">
        <pc:chgData name="JAYASEKARA R.G.S it22292940" userId="2c5a25ee-9c35-49cb-92f3-85d27fcdb9b0" providerId="ADAL" clId="{D2D693E6-060F-4329-AA70-48A9DD3EF7B5}" dt="2026-01-06T02:28:37.771" v="1961" actId="1076"/>
        <pc:sldMkLst>
          <pc:docMk/>
          <pc:sldMk cId="2197906070" sldId="298"/>
        </pc:sldMkLst>
        <pc:spChg chg="add mod">
          <ac:chgData name="JAYASEKARA R.G.S it22292940" userId="2c5a25ee-9c35-49cb-92f3-85d27fcdb9b0" providerId="ADAL" clId="{D2D693E6-060F-4329-AA70-48A9DD3EF7B5}" dt="2026-01-06T02:25:38.918" v="1882" actId="1076"/>
          <ac:spMkLst>
            <pc:docMk/>
            <pc:sldMk cId="2197906070" sldId="298"/>
            <ac:spMk id="5" creationId="{5B3A8DCB-BFFF-E8EB-5EC1-BE5F1C438941}"/>
          </ac:spMkLst>
        </pc:spChg>
        <pc:spChg chg="add mod">
          <ac:chgData name="JAYASEKARA R.G.S it22292940" userId="2c5a25ee-9c35-49cb-92f3-85d27fcdb9b0" providerId="ADAL" clId="{D2D693E6-060F-4329-AA70-48A9DD3EF7B5}" dt="2026-01-06T02:25:44.588" v="1883" actId="1076"/>
          <ac:spMkLst>
            <pc:docMk/>
            <pc:sldMk cId="2197906070" sldId="298"/>
            <ac:spMk id="7" creationId="{1C859EB6-DD6A-5330-8FC6-DD679C8226F8}"/>
          </ac:spMkLst>
        </pc:spChg>
        <pc:spChg chg="add mod">
          <ac:chgData name="JAYASEKARA R.G.S it22292940" userId="2c5a25ee-9c35-49cb-92f3-85d27fcdb9b0" providerId="ADAL" clId="{D2D693E6-060F-4329-AA70-48A9DD3EF7B5}" dt="2026-01-06T02:28:37.771" v="1961" actId="1076"/>
          <ac:spMkLst>
            <pc:docMk/>
            <pc:sldMk cId="2197906070" sldId="298"/>
            <ac:spMk id="8" creationId="{7702BD81-7C8E-BF79-8785-4767C372D36F}"/>
          </ac:spMkLst>
        </pc:spChg>
        <pc:spChg chg="mod">
          <ac:chgData name="JAYASEKARA R.G.S it22292940" userId="2c5a25ee-9c35-49cb-92f3-85d27fcdb9b0" providerId="ADAL" clId="{D2D693E6-060F-4329-AA70-48A9DD3EF7B5}" dt="2026-01-05T17:21:54.370" v="9" actId="20577"/>
          <ac:spMkLst>
            <pc:docMk/>
            <pc:sldMk cId="2197906070" sldId="298"/>
            <ac:spMk id="42" creationId="{ABCD2BFC-505E-67F7-5D3C-082E593BAAD4}"/>
          </ac:spMkLst>
        </pc:spChg>
      </pc:sldChg>
      <pc:sldChg chg="addSp modSp mod">
        <pc:chgData name="JAYASEKARA R.G.S it22292940" userId="2c5a25ee-9c35-49cb-92f3-85d27fcdb9b0" providerId="ADAL" clId="{D2D693E6-060F-4329-AA70-48A9DD3EF7B5}" dt="2026-01-06T01:54:53.882" v="1872" actId="5793"/>
        <pc:sldMkLst>
          <pc:docMk/>
          <pc:sldMk cId="902207940" sldId="299"/>
        </pc:sldMkLst>
        <pc:spChg chg="add mod">
          <ac:chgData name="JAYASEKARA R.G.S it22292940" userId="2c5a25ee-9c35-49cb-92f3-85d27fcdb9b0" providerId="ADAL" clId="{D2D693E6-060F-4329-AA70-48A9DD3EF7B5}" dt="2026-01-06T01:54:53.882" v="1872" actId="5793"/>
          <ac:spMkLst>
            <pc:docMk/>
            <pc:sldMk cId="902207940" sldId="299"/>
            <ac:spMk id="5" creationId="{F16AB048-E8F3-DFB8-63FC-F9FE6444B73A}"/>
          </ac:spMkLst>
        </pc:spChg>
        <pc:spChg chg="add mod">
          <ac:chgData name="JAYASEKARA R.G.S it22292940" userId="2c5a25ee-9c35-49cb-92f3-85d27fcdb9b0" providerId="ADAL" clId="{D2D693E6-060F-4329-AA70-48A9DD3EF7B5}" dt="2026-01-05T17:39:55.886" v="19"/>
          <ac:spMkLst>
            <pc:docMk/>
            <pc:sldMk cId="902207940" sldId="299"/>
            <ac:spMk id="7" creationId="{6B66B623-CE53-FC35-2A11-758754F733D2}"/>
          </ac:spMkLst>
        </pc:spChg>
        <pc:spChg chg="add mod">
          <ac:chgData name="JAYASEKARA R.G.S it22292940" userId="2c5a25ee-9c35-49cb-92f3-85d27fcdb9b0" providerId="ADAL" clId="{D2D693E6-060F-4329-AA70-48A9DD3EF7B5}" dt="2026-01-06T01:54:46.474" v="1871" actId="20577"/>
          <ac:spMkLst>
            <pc:docMk/>
            <pc:sldMk cId="902207940" sldId="299"/>
            <ac:spMk id="9" creationId="{803886DA-3D95-5C0B-F15A-8A81B42D0592}"/>
          </ac:spMkLst>
        </pc:spChg>
        <pc:spChg chg="mod">
          <ac:chgData name="JAYASEKARA R.G.S it22292940" userId="2c5a25ee-9c35-49cb-92f3-85d27fcdb9b0" providerId="ADAL" clId="{D2D693E6-060F-4329-AA70-48A9DD3EF7B5}" dt="2026-01-05T17:22:18.822" v="14" actId="20577"/>
          <ac:spMkLst>
            <pc:docMk/>
            <pc:sldMk cId="902207940" sldId="299"/>
            <ac:spMk id="42" creationId="{0D6D9852-F581-45E9-B621-1E5D514D09F1}"/>
          </ac:spMkLst>
        </pc:spChg>
      </pc:sldChg>
      <pc:sldChg chg="delSp del mod delAnim">
        <pc:chgData name="JAYASEKARA R.G.S it22292940" userId="2c5a25ee-9c35-49cb-92f3-85d27fcdb9b0" providerId="ADAL" clId="{D2D693E6-060F-4329-AA70-48A9DD3EF7B5}" dt="2026-01-06T12:59:16.025" v="1971" actId="47"/>
        <pc:sldMkLst>
          <pc:docMk/>
          <pc:sldMk cId="3754020433" sldId="306"/>
        </pc:sldMkLst>
        <pc:picChg chg="del">
          <ac:chgData name="JAYASEKARA R.G.S it22292940" userId="2c5a25ee-9c35-49cb-92f3-85d27fcdb9b0" providerId="ADAL" clId="{D2D693E6-060F-4329-AA70-48A9DD3EF7B5}" dt="2026-01-06T12:58:57.034" v="1970" actId="478"/>
          <ac:picMkLst>
            <pc:docMk/>
            <pc:sldMk cId="3754020433" sldId="306"/>
            <ac:picMk id="3" creationId="{6DFBB14A-9C52-F4DE-84E8-6F3A8E3B86E3}"/>
          </ac:picMkLst>
        </pc:picChg>
      </pc:sldChg>
      <pc:sldChg chg="addSp modSp new del mod modAnim">
        <pc:chgData name="JAYASEKARA R.G.S it22292940" userId="2c5a25ee-9c35-49cb-92f3-85d27fcdb9b0" providerId="ADAL" clId="{D2D693E6-060F-4329-AA70-48A9DD3EF7B5}" dt="2026-01-06T12:59:18.211" v="1972" actId="47"/>
        <pc:sldMkLst>
          <pc:docMk/>
          <pc:sldMk cId="1735754736" sldId="307"/>
        </pc:sldMkLst>
        <pc:picChg chg="add mod">
          <ac:chgData name="JAYASEKARA R.G.S it22292940" userId="2c5a25ee-9c35-49cb-92f3-85d27fcdb9b0" providerId="ADAL" clId="{D2D693E6-060F-4329-AA70-48A9DD3EF7B5}" dt="2026-01-06T02:02:03.341" v="1876" actId="1076"/>
          <ac:picMkLst>
            <pc:docMk/>
            <pc:sldMk cId="1735754736" sldId="307"/>
            <ac:picMk id="3" creationId="{EF756A2F-140A-72EF-9E4F-A72B15FD7781}"/>
          </ac:picMkLst>
        </pc:picChg>
      </pc:sldChg>
      <pc:sldChg chg="addSp modSp new del mod modAnim">
        <pc:chgData name="JAYASEKARA R.G.S it22292940" userId="2c5a25ee-9c35-49cb-92f3-85d27fcdb9b0" providerId="ADAL" clId="{D2D693E6-060F-4329-AA70-48A9DD3EF7B5}" dt="2026-01-06T12:59:21.123" v="1973" actId="47"/>
        <pc:sldMkLst>
          <pc:docMk/>
          <pc:sldMk cId="3827254520" sldId="308"/>
        </pc:sldMkLst>
        <pc:picChg chg="add mod">
          <ac:chgData name="JAYASEKARA R.G.S it22292940" userId="2c5a25ee-9c35-49cb-92f3-85d27fcdb9b0" providerId="ADAL" clId="{D2D693E6-060F-4329-AA70-48A9DD3EF7B5}" dt="2026-01-06T02:22:51.827" v="1881" actId="14100"/>
          <ac:picMkLst>
            <pc:docMk/>
            <pc:sldMk cId="3827254520" sldId="308"/>
            <ac:picMk id="3" creationId="{8CE2BB5E-820B-1116-101E-1718937E7F90}"/>
          </ac:picMkLst>
        </pc:picChg>
      </pc:sldChg>
    </pc:docChg>
  </pc:docChgLst>
  <pc:docChgLst>
    <pc:chgData name="SENDANAYAKA H.K. it22582324" userId="34e693f6-8260-4de3-8292-a344d94a8c9e" providerId="ADAL" clId="{BB6F9546-C3D7-4296-997E-FCAB4A6482E8}"/>
    <pc:docChg chg="undo custSel addSld delSld modSld sldOrd">
      <pc:chgData name="SENDANAYAKA H.K. it22582324" userId="34e693f6-8260-4de3-8292-a344d94a8c9e" providerId="ADAL" clId="{BB6F9546-C3D7-4296-997E-FCAB4A6482E8}" dt="2026-01-05T17:34:48.460" v="1228" actId="20577"/>
      <pc:docMkLst>
        <pc:docMk/>
      </pc:docMkLst>
      <pc:sldChg chg="delSp modSp del mod">
        <pc:chgData name="SENDANAYAKA H.K. it22582324" userId="34e693f6-8260-4de3-8292-a344d94a8c9e" providerId="ADAL" clId="{BB6F9546-C3D7-4296-997E-FCAB4A6482E8}" dt="2026-01-05T07:57:10.839" v="1200" actId="47"/>
        <pc:sldMkLst>
          <pc:docMk/>
          <pc:sldMk cId="0" sldId="263"/>
        </pc:sldMkLst>
      </pc:sldChg>
      <pc:sldChg chg="modSp mod">
        <pc:chgData name="SENDANAYAKA H.K. it22582324" userId="34e693f6-8260-4de3-8292-a344d94a8c9e" providerId="ADAL" clId="{BB6F9546-C3D7-4296-997E-FCAB4A6482E8}" dt="2026-01-04T18:00:46.431" v="386" actId="20577"/>
        <pc:sldMkLst>
          <pc:docMk/>
          <pc:sldMk cId="0" sldId="272"/>
        </pc:sldMkLst>
        <pc:spChg chg="mod">
          <ac:chgData name="SENDANAYAKA H.K. it22582324" userId="34e693f6-8260-4de3-8292-a344d94a8c9e" providerId="ADAL" clId="{BB6F9546-C3D7-4296-997E-FCAB4A6482E8}" dt="2026-01-04T18:00:46.431" v="386" actId="20577"/>
          <ac:spMkLst>
            <pc:docMk/>
            <pc:sldMk cId="0" sldId="272"/>
            <ac:spMk id="27" creationId="{A2A378F8-BE35-73C2-BF50-AB3BA6CC8129}"/>
          </ac:spMkLst>
        </pc:spChg>
      </pc:sldChg>
      <pc:sldChg chg="addSp delSp modSp mod">
        <pc:chgData name="SENDANAYAKA H.K. it22582324" userId="34e693f6-8260-4de3-8292-a344d94a8c9e" providerId="ADAL" clId="{BB6F9546-C3D7-4296-997E-FCAB4A6482E8}" dt="2026-01-05T13:03:39.049" v="1210" actId="1076"/>
        <pc:sldMkLst>
          <pc:docMk/>
          <pc:sldMk cId="2828853748" sldId="277"/>
        </pc:sldMkLst>
        <pc:spChg chg="mod">
          <ac:chgData name="SENDANAYAKA H.K. it22582324" userId="34e693f6-8260-4de3-8292-a344d94a8c9e" providerId="ADAL" clId="{BB6F9546-C3D7-4296-997E-FCAB4A6482E8}" dt="2026-01-04T10:33:06.732" v="10" actId="2711"/>
          <ac:spMkLst>
            <pc:docMk/>
            <pc:sldMk cId="2828853748" sldId="277"/>
            <ac:spMk id="3" creationId="{00000000-0000-0000-0000-000000000000}"/>
          </ac:spMkLst>
        </pc:spChg>
        <pc:spChg chg="mod">
          <ac:chgData name="SENDANAYAKA H.K. it22582324" userId="34e693f6-8260-4de3-8292-a344d94a8c9e" providerId="ADAL" clId="{BB6F9546-C3D7-4296-997E-FCAB4A6482E8}" dt="2026-01-04T10:33:06.732" v="10" actId="2711"/>
          <ac:spMkLst>
            <pc:docMk/>
            <pc:sldMk cId="2828853748" sldId="277"/>
            <ac:spMk id="4" creationId="{00000000-0000-0000-0000-000000000000}"/>
          </ac:spMkLst>
        </pc:spChg>
        <pc:spChg chg="mod">
          <ac:chgData name="SENDANAYAKA H.K. it22582324" userId="34e693f6-8260-4de3-8292-a344d94a8c9e" providerId="ADAL" clId="{BB6F9546-C3D7-4296-997E-FCAB4A6482E8}" dt="2026-01-04T17:37:42.942" v="241" actId="1076"/>
          <ac:spMkLst>
            <pc:docMk/>
            <pc:sldMk cId="2828853748" sldId="277"/>
            <ac:spMk id="6" creationId="{B8EEA932-B39F-CB5E-F9F8-8E86BBBAE179}"/>
          </ac:spMkLst>
        </pc:spChg>
        <pc:spChg chg="add mod">
          <ac:chgData name="SENDANAYAKA H.K. it22582324" userId="34e693f6-8260-4de3-8292-a344d94a8c9e" providerId="ADAL" clId="{BB6F9546-C3D7-4296-997E-FCAB4A6482E8}" dt="2026-01-05T13:03:39.049" v="1210" actId="1076"/>
          <ac:spMkLst>
            <pc:docMk/>
            <pc:sldMk cId="2828853748" sldId="277"/>
            <ac:spMk id="8" creationId="{0D73B7CF-A4DD-38C9-8705-DDB834533BA6}"/>
          </ac:spMkLst>
        </pc:spChg>
        <pc:spChg chg="mod">
          <ac:chgData name="SENDANAYAKA H.K. it22582324" userId="34e693f6-8260-4de3-8292-a344d94a8c9e" providerId="ADAL" clId="{BB6F9546-C3D7-4296-997E-FCAB4A6482E8}" dt="2026-01-04T14:57:25.884" v="112" actId="1076"/>
          <ac:spMkLst>
            <pc:docMk/>
            <pc:sldMk cId="2828853748" sldId="277"/>
            <ac:spMk id="23" creationId="{00000000-0000-0000-0000-000000000000}"/>
          </ac:spMkLst>
        </pc:spChg>
        <pc:spChg chg="mod">
          <ac:chgData name="SENDANAYAKA H.K. it22582324" userId="34e693f6-8260-4de3-8292-a344d94a8c9e" providerId="ADAL" clId="{BB6F9546-C3D7-4296-997E-FCAB4A6482E8}" dt="2026-01-04T18:00:36.775" v="381" actId="20577"/>
          <ac:spMkLst>
            <pc:docMk/>
            <pc:sldMk cId="2828853748" sldId="277"/>
            <ac:spMk id="42" creationId="{51F14C24-7783-0A4A-C128-373404A9B87E}"/>
          </ac:spMkLst>
        </pc:spChg>
      </pc:sldChg>
      <pc:sldChg chg="modSp mod">
        <pc:chgData name="SENDANAYAKA H.K. it22582324" userId="34e693f6-8260-4de3-8292-a344d94a8c9e" providerId="ADAL" clId="{BB6F9546-C3D7-4296-997E-FCAB4A6482E8}" dt="2026-01-05T12:39:49.877" v="1204" actId="20577"/>
        <pc:sldMkLst>
          <pc:docMk/>
          <pc:sldMk cId="2291938758" sldId="278"/>
        </pc:sldMkLst>
        <pc:spChg chg="mod">
          <ac:chgData name="SENDANAYAKA H.K. it22582324" userId="34e693f6-8260-4de3-8292-a344d94a8c9e" providerId="ADAL" clId="{BB6F9546-C3D7-4296-997E-FCAB4A6482E8}" dt="2026-01-04T16:04:38.325" v="175" actId="14100"/>
          <ac:spMkLst>
            <pc:docMk/>
            <pc:sldMk cId="2291938758" sldId="278"/>
            <ac:spMk id="6" creationId="{5DDAE27E-33A8-8F3B-79FD-FDBD918C7C0F}"/>
          </ac:spMkLst>
        </pc:spChg>
        <pc:spChg chg="mod">
          <ac:chgData name="SENDANAYAKA H.K. it22582324" userId="34e693f6-8260-4de3-8292-a344d94a8c9e" providerId="ADAL" clId="{BB6F9546-C3D7-4296-997E-FCAB4A6482E8}" dt="2026-01-04T15:33:27.293" v="162" actId="14100"/>
          <ac:spMkLst>
            <pc:docMk/>
            <pc:sldMk cId="2291938758" sldId="278"/>
            <ac:spMk id="8" creationId="{842BCFFB-F7E2-578E-C199-16EE37EAB45E}"/>
          </ac:spMkLst>
        </pc:spChg>
        <pc:spChg chg="mod">
          <ac:chgData name="SENDANAYAKA H.K. it22582324" userId="34e693f6-8260-4de3-8292-a344d94a8c9e" providerId="ADAL" clId="{BB6F9546-C3D7-4296-997E-FCAB4A6482E8}" dt="2026-01-05T12:39:49.877" v="1204" actId="20577"/>
          <ac:spMkLst>
            <pc:docMk/>
            <pc:sldMk cId="2291938758" sldId="278"/>
            <ac:spMk id="10" creationId="{A25840D8-70ED-337B-1992-4A13F5AE2476}"/>
          </ac:spMkLst>
        </pc:spChg>
        <pc:spChg chg="mod">
          <ac:chgData name="SENDANAYAKA H.K. it22582324" userId="34e693f6-8260-4de3-8292-a344d94a8c9e" providerId="ADAL" clId="{BB6F9546-C3D7-4296-997E-FCAB4A6482E8}" dt="2026-01-05T12:39:47.067" v="1202" actId="20577"/>
          <ac:spMkLst>
            <pc:docMk/>
            <pc:sldMk cId="2291938758" sldId="278"/>
            <ac:spMk id="12" creationId="{5C91D35D-2ECA-F306-434B-0577FC4F377A}"/>
          </ac:spMkLst>
        </pc:spChg>
        <pc:spChg chg="mod">
          <ac:chgData name="SENDANAYAKA H.K. it22582324" userId="34e693f6-8260-4de3-8292-a344d94a8c9e" providerId="ADAL" clId="{BB6F9546-C3D7-4296-997E-FCAB4A6482E8}" dt="2026-01-04T15:34:24.189" v="168" actId="1036"/>
          <ac:spMkLst>
            <pc:docMk/>
            <pc:sldMk cId="2291938758" sldId="278"/>
            <ac:spMk id="23" creationId="{49C174EF-48AA-A6EB-5E59-7DD8A7E09BFD}"/>
          </ac:spMkLst>
        </pc:spChg>
        <pc:spChg chg="mod">
          <ac:chgData name="SENDANAYAKA H.K. it22582324" userId="34e693f6-8260-4de3-8292-a344d94a8c9e" providerId="ADAL" clId="{BB6F9546-C3D7-4296-997E-FCAB4A6482E8}" dt="2026-01-04T18:00:20.091" v="376" actId="20577"/>
          <ac:spMkLst>
            <pc:docMk/>
            <pc:sldMk cId="2291938758" sldId="278"/>
            <ac:spMk id="42" creationId="{74E0CD47-9203-A749-0653-86B3295A9D40}"/>
          </ac:spMkLst>
        </pc:spChg>
      </pc:sldChg>
      <pc:sldChg chg="modSp mod">
        <pc:chgData name="SENDANAYAKA H.K. it22582324" userId="34e693f6-8260-4de3-8292-a344d94a8c9e" providerId="ADAL" clId="{BB6F9546-C3D7-4296-997E-FCAB4A6482E8}" dt="2026-01-04T17:59:37.676" v="360" actId="20577"/>
        <pc:sldMkLst>
          <pc:docMk/>
          <pc:sldMk cId="0" sldId="279"/>
        </pc:sldMkLst>
        <pc:spChg chg="mod">
          <ac:chgData name="SENDANAYAKA H.K. it22582324" userId="34e693f6-8260-4de3-8292-a344d94a8c9e" providerId="ADAL" clId="{BB6F9546-C3D7-4296-997E-FCAB4A6482E8}" dt="2026-01-04T17:59:37.676" v="360" actId="20577"/>
          <ac:spMkLst>
            <pc:docMk/>
            <pc:sldMk cId="0" sldId="279"/>
            <ac:spMk id="8" creationId="{90B2A97C-D59F-2E1C-F611-DDDE689A3D36}"/>
          </ac:spMkLst>
        </pc:spChg>
      </pc:sldChg>
      <pc:sldChg chg="modSp mod">
        <pc:chgData name="SENDANAYAKA H.K. it22582324" userId="34e693f6-8260-4de3-8292-a344d94a8c9e" providerId="ADAL" clId="{BB6F9546-C3D7-4296-997E-FCAB4A6482E8}" dt="2026-01-05T17:34:48.460" v="1228" actId="20577"/>
        <pc:sldMkLst>
          <pc:docMk/>
          <pc:sldMk cId="2377610288" sldId="282"/>
        </pc:sldMkLst>
        <pc:spChg chg="mod">
          <ac:chgData name="SENDANAYAKA H.K. it22582324" userId="34e693f6-8260-4de3-8292-a344d94a8c9e" providerId="ADAL" clId="{BB6F9546-C3D7-4296-997E-FCAB4A6482E8}" dt="2026-01-05T17:34:48.460" v="1228" actId="20577"/>
          <ac:spMkLst>
            <pc:docMk/>
            <pc:sldMk cId="2377610288" sldId="282"/>
            <ac:spMk id="27" creationId="{5D020DE3-EC9D-B2B3-247A-75E4C59BEAD1}"/>
          </ac:spMkLst>
        </pc:spChg>
      </pc:sldChg>
      <pc:sldChg chg="modSp mod">
        <pc:chgData name="SENDANAYAKA H.K. it22582324" userId="34e693f6-8260-4de3-8292-a344d94a8c9e" providerId="ADAL" clId="{BB6F9546-C3D7-4296-997E-FCAB4A6482E8}" dt="2026-01-04T18:00:07.260" v="369" actId="20577"/>
        <pc:sldMkLst>
          <pc:docMk/>
          <pc:sldMk cId="4064974014" sldId="283"/>
        </pc:sldMkLst>
        <pc:spChg chg="mod">
          <ac:chgData name="SENDANAYAKA H.K. it22582324" userId="34e693f6-8260-4de3-8292-a344d94a8c9e" providerId="ADAL" clId="{BB6F9546-C3D7-4296-997E-FCAB4A6482E8}" dt="2026-01-04T18:00:07.260" v="369" actId="20577"/>
          <ac:spMkLst>
            <pc:docMk/>
            <pc:sldMk cId="4064974014" sldId="283"/>
            <ac:spMk id="27" creationId="{53CC7B22-72E7-716F-34B7-DD274173F192}"/>
          </ac:spMkLst>
        </pc:spChg>
      </pc:sldChg>
      <pc:sldChg chg="modSp mod">
        <pc:chgData name="SENDANAYAKA H.K. it22582324" userId="34e693f6-8260-4de3-8292-a344d94a8c9e" providerId="ADAL" clId="{BB6F9546-C3D7-4296-997E-FCAB4A6482E8}" dt="2026-01-04T18:01:13.743" v="401" actId="20577"/>
        <pc:sldMkLst>
          <pc:docMk/>
          <pc:sldMk cId="3525339820" sldId="286"/>
        </pc:sldMkLst>
        <pc:spChg chg="mod">
          <ac:chgData name="SENDANAYAKA H.K. it22582324" userId="34e693f6-8260-4de3-8292-a344d94a8c9e" providerId="ADAL" clId="{BB6F9546-C3D7-4296-997E-FCAB4A6482E8}" dt="2026-01-04T18:01:13.743" v="401" actId="20577"/>
          <ac:spMkLst>
            <pc:docMk/>
            <pc:sldMk cId="3525339820" sldId="286"/>
            <ac:spMk id="10" creationId="{1010D9A7-1166-AF93-0E26-BD88CC241C27}"/>
          </ac:spMkLst>
        </pc:spChg>
      </pc:sldChg>
      <pc:sldChg chg="addSp delSp modSp mod">
        <pc:chgData name="SENDANAYAKA H.K. it22582324" userId="34e693f6-8260-4de3-8292-a344d94a8c9e" providerId="ADAL" clId="{BB6F9546-C3D7-4296-997E-FCAB4A6482E8}" dt="2026-01-05T13:04:11.644" v="1223" actId="1035"/>
        <pc:sldMkLst>
          <pc:docMk/>
          <pc:sldMk cId="2077472574" sldId="287"/>
        </pc:sldMkLst>
        <pc:spChg chg="add mod">
          <ac:chgData name="SENDANAYAKA H.K. it22582324" userId="34e693f6-8260-4de3-8292-a344d94a8c9e" providerId="ADAL" clId="{BB6F9546-C3D7-4296-997E-FCAB4A6482E8}" dt="2026-01-04T17:38:08.074" v="251" actId="1076"/>
          <ac:spMkLst>
            <pc:docMk/>
            <pc:sldMk cId="2077472574" sldId="287"/>
            <ac:spMk id="3" creationId="{BD3865B1-3921-4627-BE91-D77D7B1D1980}"/>
          </ac:spMkLst>
        </pc:spChg>
        <pc:spChg chg="add mod">
          <ac:chgData name="SENDANAYAKA H.K. it22582324" userId="34e693f6-8260-4de3-8292-a344d94a8c9e" providerId="ADAL" clId="{BB6F9546-C3D7-4296-997E-FCAB4A6482E8}" dt="2026-01-05T13:04:11.644" v="1223" actId="1035"/>
          <ac:spMkLst>
            <pc:docMk/>
            <pc:sldMk cId="2077472574" sldId="287"/>
            <ac:spMk id="4" creationId="{172CDDD0-84D0-8F74-7B55-8F36A4E789AD}"/>
          </ac:spMkLst>
        </pc:spChg>
        <pc:spChg chg="mod">
          <ac:chgData name="SENDANAYAKA H.K. it22582324" userId="34e693f6-8260-4de3-8292-a344d94a8c9e" providerId="ADAL" clId="{BB6F9546-C3D7-4296-997E-FCAB4A6482E8}" dt="2026-01-04T17:38:29.442" v="253" actId="1035"/>
          <ac:spMkLst>
            <pc:docMk/>
            <pc:sldMk cId="2077472574" sldId="287"/>
            <ac:spMk id="32" creationId="{0A7BAFEB-BC8A-F18B-AB0F-18B385FD4D17}"/>
          </ac:spMkLst>
        </pc:spChg>
        <pc:spChg chg="mod">
          <ac:chgData name="SENDANAYAKA H.K. it22582324" userId="34e693f6-8260-4de3-8292-a344d94a8c9e" providerId="ADAL" clId="{BB6F9546-C3D7-4296-997E-FCAB4A6482E8}" dt="2026-01-04T18:01:04.952" v="396" actId="20577"/>
          <ac:spMkLst>
            <pc:docMk/>
            <pc:sldMk cId="2077472574" sldId="287"/>
            <ac:spMk id="36" creationId="{A7EFC94F-D75C-4A92-33F5-82CA42A0CB28}"/>
          </ac:spMkLst>
        </pc:spChg>
      </pc:sldChg>
      <pc:sldChg chg="addSp delSp modSp mod">
        <pc:chgData name="SENDANAYAKA H.K. it22582324" userId="34e693f6-8260-4de3-8292-a344d94a8c9e" providerId="ADAL" clId="{BB6F9546-C3D7-4296-997E-FCAB4A6482E8}" dt="2026-01-05T12:40:00.777" v="1208" actId="20577"/>
        <pc:sldMkLst>
          <pc:docMk/>
          <pc:sldMk cId="2319885873" sldId="288"/>
        </pc:sldMkLst>
        <pc:spChg chg="add mod">
          <ac:chgData name="SENDANAYAKA H.K. it22582324" userId="34e693f6-8260-4de3-8292-a344d94a8c9e" providerId="ADAL" clId="{BB6F9546-C3D7-4296-997E-FCAB4A6482E8}" dt="2026-01-04T17:45:53.278" v="342" actId="1036"/>
          <ac:spMkLst>
            <pc:docMk/>
            <pc:sldMk cId="2319885873" sldId="288"/>
            <ac:spMk id="2" creationId="{0E593454-6383-3BBF-306C-0F5E6FBAEC9D}"/>
          </ac:spMkLst>
        </pc:spChg>
        <pc:spChg chg="add mod">
          <ac:chgData name="SENDANAYAKA H.K. it22582324" userId="34e693f6-8260-4de3-8292-a344d94a8c9e" providerId="ADAL" clId="{BB6F9546-C3D7-4296-997E-FCAB4A6482E8}" dt="2026-01-04T17:45:43.750" v="331" actId="1035"/>
          <ac:spMkLst>
            <pc:docMk/>
            <pc:sldMk cId="2319885873" sldId="288"/>
            <ac:spMk id="6" creationId="{FFE2B66C-EC1E-ACD6-C433-E1BC029CDE70}"/>
          </ac:spMkLst>
        </pc:spChg>
        <pc:spChg chg="add mod">
          <ac:chgData name="SENDANAYAKA H.K. it22582324" userId="34e693f6-8260-4de3-8292-a344d94a8c9e" providerId="ADAL" clId="{BB6F9546-C3D7-4296-997E-FCAB4A6482E8}" dt="2026-01-05T12:40:00.777" v="1208" actId="20577"/>
          <ac:spMkLst>
            <pc:docMk/>
            <pc:sldMk cId="2319885873" sldId="288"/>
            <ac:spMk id="7" creationId="{4197B971-3396-FE49-CFFB-2AC1A1FBE9C3}"/>
          </ac:spMkLst>
        </pc:spChg>
        <pc:spChg chg="add mod">
          <ac:chgData name="SENDANAYAKA H.K. it22582324" userId="34e693f6-8260-4de3-8292-a344d94a8c9e" providerId="ADAL" clId="{BB6F9546-C3D7-4296-997E-FCAB4A6482E8}" dt="2026-01-05T12:39:58.710" v="1206" actId="20577"/>
          <ac:spMkLst>
            <pc:docMk/>
            <pc:sldMk cId="2319885873" sldId="288"/>
            <ac:spMk id="9" creationId="{EF7B7A3D-8CDA-1307-8F4C-3CF9FCBD4A84}"/>
          </ac:spMkLst>
        </pc:spChg>
        <pc:spChg chg="mod">
          <ac:chgData name="SENDANAYAKA H.K. it22582324" userId="34e693f6-8260-4de3-8292-a344d94a8c9e" providerId="ADAL" clId="{BB6F9546-C3D7-4296-997E-FCAB4A6482E8}" dt="2026-01-04T18:00:55.279" v="391" actId="20577"/>
          <ac:spMkLst>
            <pc:docMk/>
            <pc:sldMk cId="2319885873" sldId="288"/>
            <ac:spMk id="32" creationId="{BC3A3970-70C9-D67C-24CF-A62A69714C92}"/>
          </ac:spMkLst>
        </pc:spChg>
        <pc:grpChg chg="mod">
          <ac:chgData name="SENDANAYAKA H.K. it22582324" userId="34e693f6-8260-4de3-8292-a344d94a8c9e" providerId="ADAL" clId="{BB6F9546-C3D7-4296-997E-FCAB4A6482E8}" dt="2026-01-04T17:40:03.178" v="258" actId="14100"/>
          <ac:grpSpMkLst>
            <pc:docMk/>
            <pc:sldMk cId="2319885873" sldId="288"/>
            <ac:grpSpMk id="5" creationId="{BF72F260-9A2C-963A-69FD-F5C6719A4546}"/>
          </ac:grpSpMkLst>
        </pc:grpChg>
      </pc:sldChg>
      <pc:sldChg chg="addSp delSp modSp mod">
        <pc:chgData name="SENDANAYAKA H.K. it22582324" userId="34e693f6-8260-4de3-8292-a344d94a8c9e" providerId="ADAL" clId="{BB6F9546-C3D7-4296-997E-FCAB4A6482E8}" dt="2026-01-04T18:39:14.714" v="836" actId="20577"/>
        <pc:sldMkLst>
          <pc:docMk/>
          <pc:sldMk cId="541971223" sldId="296"/>
        </pc:sldMkLst>
        <pc:spChg chg="mod">
          <ac:chgData name="SENDANAYAKA H.K. it22582324" userId="34e693f6-8260-4de3-8292-a344d94a8c9e" providerId="ADAL" clId="{BB6F9546-C3D7-4296-997E-FCAB4A6482E8}" dt="2026-01-04T18:39:14.714" v="836" actId="20577"/>
          <ac:spMkLst>
            <pc:docMk/>
            <pc:sldMk cId="541971223" sldId="296"/>
            <ac:spMk id="6" creationId="{FAC78F12-FC51-DDE9-D006-A30026DFA6B2}"/>
          </ac:spMkLst>
        </pc:spChg>
        <pc:spChg chg="mod">
          <ac:chgData name="SENDANAYAKA H.K. it22582324" userId="34e693f6-8260-4de3-8292-a344d94a8c9e" providerId="ADAL" clId="{BB6F9546-C3D7-4296-997E-FCAB4A6482E8}" dt="2026-01-04T18:29:56.972" v="711" actId="1035"/>
          <ac:spMkLst>
            <pc:docMk/>
            <pc:sldMk cId="541971223" sldId="296"/>
            <ac:spMk id="9" creationId="{889E4B95-36C7-EB2D-8214-446E146B9CE9}"/>
          </ac:spMkLst>
        </pc:spChg>
        <pc:spChg chg="mod">
          <ac:chgData name="SENDANAYAKA H.K. it22582324" userId="34e693f6-8260-4de3-8292-a344d94a8c9e" providerId="ADAL" clId="{BB6F9546-C3D7-4296-997E-FCAB4A6482E8}" dt="2026-01-04T17:59:47.951" v="365" actId="20577"/>
          <ac:spMkLst>
            <pc:docMk/>
            <pc:sldMk cId="541971223" sldId="296"/>
            <ac:spMk id="14" creationId="{D1A87E16-E5F2-4F12-E0A8-1AACAE4FFD2E}"/>
          </ac:spMkLst>
        </pc:spChg>
        <pc:grpChg chg="mod">
          <ac:chgData name="SENDANAYAKA H.K. it22582324" userId="34e693f6-8260-4de3-8292-a344d94a8c9e" providerId="ADAL" clId="{BB6F9546-C3D7-4296-997E-FCAB4A6482E8}" dt="2026-01-04T18:29:44.108" v="709" actId="1036"/>
          <ac:grpSpMkLst>
            <pc:docMk/>
            <pc:sldMk cId="541971223" sldId="296"/>
            <ac:grpSpMk id="10" creationId="{CC11A3B6-3C8E-4168-F0C6-76A7D485CFA1}"/>
          </ac:grpSpMkLst>
        </pc:grpChg>
      </pc:sldChg>
      <pc:sldChg chg="addSp delSp mod">
        <pc:chgData name="SENDANAYAKA H.K. it22582324" userId="34e693f6-8260-4de3-8292-a344d94a8c9e" providerId="ADAL" clId="{BB6F9546-C3D7-4296-997E-FCAB4A6482E8}" dt="2026-01-04T18:39:58.266" v="843" actId="478"/>
        <pc:sldMkLst>
          <pc:docMk/>
          <pc:sldMk cId="2197906070" sldId="298"/>
        </pc:sldMkLst>
        <pc:grpChg chg="add del">
          <ac:chgData name="SENDANAYAKA H.K. it22582324" userId="34e693f6-8260-4de3-8292-a344d94a8c9e" providerId="ADAL" clId="{BB6F9546-C3D7-4296-997E-FCAB4A6482E8}" dt="2026-01-04T18:39:56.262" v="842" actId="478"/>
          <ac:grpSpMkLst>
            <pc:docMk/>
            <pc:sldMk cId="2197906070" sldId="298"/>
            <ac:grpSpMk id="2" creationId="{300653D9-F486-63E9-B5AC-2E24EEC40578}"/>
          </ac:grpSpMkLst>
        </pc:grpChg>
      </pc:sldChg>
      <pc:sldChg chg="delSp mod">
        <pc:chgData name="SENDANAYAKA H.K. it22582324" userId="34e693f6-8260-4de3-8292-a344d94a8c9e" providerId="ADAL" clId="{BB6F9546-C3D7-4296-997E-FCAB4A6482E8}" dt="2026-01-04T18:40:03.009" v="845" actId="478"/>
        <pc:sldMkLst>
          <pc:docMk/>
          <pc:sldMk cId="902207940" sldId="299"/>
        </pc:sldMkLst>
      </pc:sldChg>
      <pc:sldChg chg="modSp mod">
        <pc:chgData name="SENDANAYAKA H.K. it22582324" userId="34e693f6-8260-4de3-8292-a344d94a8c9e" providerId="ADAL" clId="{BB6F9546-C3D7-4296-997E-FCAB4A6482E8}" dt="2026-01-04T18:00:04.132" v="367" actId="20577"/>
        <pc:sldMkLst>
          <pc:docMk/>
          <pc:sldMk cId="695497817" sldId="303"/>
        </pc:sldMkLst>
        <pc:spChg chg="mod">
          <ac:chgData name="SENDANAYAKA H.K. it22582324" userId="34e693f6-8260-4de3-8292-a344d94a8c9e" providerId="ADAL" clId="{BB6F9546-C3D7-4296-997E-FCAB4A6482E8}" dt="2026-01-04T18:00:04.132" v="367" actId="20577"/>
          <ac:spMkLst>
            <pc:docMk/>
            <pc:sldMk cId="695497817" sldId="303"/>
            <ac:spMk id="27" creationId="{CE2AFBDB-9020-7781-61D4-22F70205DDDB}"/>
          </ac:spMkLst>
        </pc:spChg>
      </pc:sldChg>
      <pc:sldChg chg="add setBg">
        <pc:chgData name="SENDANAYAKA H.K. it22582324" userId="34e693f6-8260-4de3-8292-a344d94a8c9e" providerId="ADAL" clId="{BB6F9546-C3D7-4296-997E-FCAB4A6482E8}" dt="2026-01-05T07:57:07.328" v="1199"/>
        <pc:sldMkLst>
          <pc:docMk/>
          <pc:sldMk cId="0" sldId="30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929BDE-617A-4B89-953C-693A00785746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B50C6C-91D6-4D56-9F5F-219F8832EBF3}" type="pres">
      <dgm:prSet presAssocID="{75929BDE-617A-4B89-953C-693A00785746}" presName="linearFlow" presStyleCnt="0">
        <dgm:presLayoutVars>
          <dgm:resizeHandles val="exact"/>
        </dgm:presLayoutVars>
      </dgm:prSet>
      <dgm:spPr/>
    </dgm:pt>
  </dgm:ptLst>
  <dgm:cxnLst>
    <dgm:cxn modelId="{AC674F22-8091-4DDA-AE10-50C4E236E5AD}" type="presOf" srcId="{75929BDE-617A-4B89-953C-693A00785746}" destId="{C2B50C6C-91D6-4D56-9F5F-219F8832EBF3}" srcOrd="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i-L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072BE-2E8D-4D16-96EC-385FFE31C5C7}" type="datetimeFigureOut">
              <a:rPr lang="si-LK" smtClean="0"/>
              <a:t>2026-04-27</a:t>
            </a:fld>
            <a:endParaRPr lang="si-L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i-L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i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i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BD125-3627-43EF-87B6-CA74D292C868}" type="slidenum">
              <a:rPr lang="si-LK" smtClean="0"/>
              <a:t>‹#›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79189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BD125-3627-43EF-87B6-CA74D292C868}" type="slidenum">
              <a:rPr lang="si-LK" smtClean="0"/>
              <a:t>4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010567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9023-133D-CC18-8490-564B0909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117E8-5199-8683-5EB3-339E8F0E1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D7DBF-E3BD-3B73-A060-16530924D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A38D2-FB85-6452-92EE-72F2528F3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BD125-3627-43EF-87B6-CA74D292C868}" type="slidenum">
              <a:rPr lang="si-LK" smtClean="0"/>
              <a:t>7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3854539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30924-AA2B-F627-E0AE-809815EC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AA987-494F-B027-3517-9EFA16E88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33A0F-D01B-65A5-2A23-FA75A0403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91552-78C0-2E3B-66A0-73E121634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BD125-3627-43EF-87B6-CA74D292C868}" type="slidenum">
              <a:rPr lang="si-LK" smtClean="0"/>
              <a:t>8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469878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E4A93-BD60-46D8-A2E8-7C53B278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5C67E-F529-0C19-0BD5-23A83EE57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E2970-3606-57DB-081E-0A7F6A9BD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2953F-F754-0275-C38C-3561D9D50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BD125-3627-43EF-87B6-CA74D292C868}" type="slidenum">
              <a:rPr lang="si-LK" smtClean="0"/>
              <a:t>9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1657753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A49B7-DC81-169B-0A6D-F577CF31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420C9-A952-6998-6B05-1E8FFD6F7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BFFFA-3934-2BD4-1471-FBEB58E26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i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C734C-6955-5D26-9115-200B79704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BD125-3627-43EF-87B6-CA74D292C868}" type="slidenum">
              <a:rPr lang="si-LK" smtClean="0"/>
              <a:t>10</a:t>
            </a:fld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62119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7C4E-4182-4093-B222-1725524816DA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39B09-9316-4350-B758-27D128363008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B309B-A6C4-487E-9679-0682EC2E232A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D937-415C-4B4C-96C8-CDD5264476EB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7534E-546E-45CE-9FE6-9CD487185BD0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12C88-1186-419E-B0BA-FC2175AED086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7F265-2E2E-423A-A3B2-389E1F297B76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8A57-E439-4611-85B2-86432E213602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B8CE9-BD60-4F17-A42A-D6D0830011C3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11B2-1D1D-4173-B3A1-80098CCF70E8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10461-E7A9-4141-8666-6370B486348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3DF2C-ABAE-4F40-9C53-78912FC69078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7">
            <a:extLst>
              <a:ext uri="{FF2B5EF4-FFF2-40B4-BE49-F238E27FC236}">
                <a16:creationId xmlns:a16="http://schemas.microsoft.com/office/drawing/2014/main" id="{F4FF5DD1-936C-371F-BAA2-B8D5B4E2EF0F}"/>
              </a:ext>
            </a:extLst>
          </p:cNvPr>
          <p:cNvSpPr txBox="1"/>
          <p:nvPr/>
        </p:nvSpPr>
        <p:spPr>
          <a:xfrm>
            <a:off x="0" y="-417017"/>
            <a:ext cx="2438400" cy="25991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C727C02E-BA35-F447-21FA-BA839695F3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1010D9A7-1166-AF93-0E26-BD88CC241C27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</a:t>
            </a:r>
            <a:r>
              <a:rPr lang="en-US" sz="2800" b="1" spc="-10">
                <a:latin typeface="Cambria"/>
                <a:cs typeface="Cambria"/>
              </a:rPr>
              <a:t>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2" name="Slide Number Placeholder 35">
            <a:extLst>
              <a:ext uri="{FF2B5EF4-FFF2-40B4-BE49-F238E27FC236}">
                <a16:creationId xmlns:a16="http://schemas.microsoft.com/office/drawing/2014/main" id="{0FA86543-69DB-2402-2058-90AFEF1EAF85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01D6A741-117D-54C0-4D33-C80D5EF153D3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IT22566348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7F50BCC4-998A-F126-B9C2-9DECAE47C18A}"/>
              </a:ext>
            </a:extLst>
          </p:cNvPr>
          <p:cNvSpPr txBox="1"/>
          <p:nvPr/>
        </p:nvSpPr>
        <p:spPr>
          <a:xfrm>
            <a:off x="778764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/>
          <a:p>
            <a:pPr marL="12700">
              <a:spcBef>
                <a:spcPts val="10"/>
              </a:spcBef>
              <a:tabLst>
                <a:tab pos="2166620" algn="l"/>
              </a:tabLst>
            </a:pPr>
            <a:r>
              <a:rPr lang="en-US" sz="2600" b="1">
                <a:latin typeface="Cambria"/>
                <a:cs typeface="Cambria"/>
              </a:rPr>
              <a:t>Perera W.B.N</a:t>
            </a:r>
            <a:r>
              <a:rPr sz="2600" b="1">
                <a:latin typeface="Cambria"/>
                <a:cs typeface="Cambria"/>
              </a:rPr>
              <a:t>	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sz="2600" spc="-50">
                <a:latin typeface="Cambria"/>
                <a:cs typeface="Cambria"/>
              </a:rPr>
              <a:t>|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066FB4CC-1B64-D3AB-A14C-CC46C4C6B9E5}"/>
              </a:ext>
            </a:extLst>
          </p:cNvPr>
          <p:cNvSpPr txBox="1"/>
          <p:nvPr/>
        </p:nvSpPr>
        <p:spPr>
          <a:xfrm>
            <a:off x="10417428" y="980694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60B8E2-A364-23BE-2777-78691BC67877}"/>
              </a:ext>
            </a:extLst>
          </p:cNvPr>
          <p:cNvSpPr txBox="1"/>
          <p:nvPr/>
        </p:nvSpPr>
        <p:spPr>
          <a:xfrm>
            <a:off x="8679180" y="46710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i-LK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1024E3-FB61-D662-0458-7812F1B20CE7}"/>
              </a:ext>
            </a:extLst>
          </p:cNvPr>
          <p:cNvSpPr txBox="1"/>
          <p:nvPr/>
        </p:nvSpPr>
        <p:spPr>
          <a:xfrm>
            <a:off x="2133600" y="6631724"/>
            <a:ext cx="1498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B.Sc. (Hons) Degree in Information Technology Specialized in Information Technology</a:t>
            </a:r>
            <a:endParaRPr lang="si-LK" sz="3200"/>
          </a:p>
        </p:txBody>
      </p:sp>
      <p:grpSp>
        <p:nvGrpSpPr>
          <p:cNvPr id="26" name="Group 15">
            <a:extLst>
              <a:ext uri="{FF2B5EF4-FFF2-40B4-BE49-F238E27FC236}">
                <a16:creationId xmlns:a16="http://schemas.microsoft.com/office/drawing/2014/main" id="{05F32CED-E828-4A87-E67D-0CD075552263}"/>
              </a:ext>
            </a:extLst>
          </p:cNvPr>
          <p:cNvGrpSpPr/>
          <p:nvPr/>
        </p:nvGrpSpPr>
        <p:grpSpPr>
          <a:xfrm>
            <a:off x="-15240" y="4277758"/>
            <a:ext cx="18531840" cy="1596444"/>
            <a:chOff x="0" y="-38100"/>
            <a:chExt cx="1551036" cy="237464"/>
          </a:xfrm>
          <a:solidFill>
            <a:schemeClr val="tx2"/>
          </a:solidFill>
        </p:grpSpPr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1B655F6-F9A0-CEDE-E573-B7EFDF2224EA}"/>
                </a:ext>
              </a:extLst>
            </p:cNvPr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4144EB24-ED34-0203-0290-B932F8F3ED4C}"/>
                </a:ext>
              </a:extLst>
            </p:cNvPr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07F6CD0-B289-5CF0-18D8-DF108B070D58}"/>
              </a:ext>
            </a:extLst>
          </p:cNvPr>
          <p:cNvSpPr txBox="1"/>
          <p:nvPr/>
        </p:nvSpPr>
        <p:spPr>
          <a:xfrm>
            <a:off x="2303444" y="4686300"/>
            <a:ext cx="14646317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4800" spc="-3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Autonomous Garbage Detection and Collection</a:t>
            </a:r>
            <a:endParaRPr lang="en-US" sz="4800" dirty="0">
              <a:solidFill>
                <a:schemeClr val="bg1"/>
              </a:solidFill>
              <a:latin typeface="Poppins"/>
              <a:ea typeface="Calibri"/>
              <a:cs typeface="Calibri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5DE9C54C-ED34-AE53-31F3-0BEB0D562E94}"/>
              </a:ext>
            </a:extLst>
          </p:cNvPr>
          <p:cNvSpPr/>
          <p:nvPr/>
        </p:nvSpPr>
        <p:spPr>
          <a:xfrm>
            <a:off x="480744" y="366444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si-LK"/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8B0747D8-AAD5-9859-6548-619044EA7CDB}"/>
              </a:ext>
            </a:extLst>
          </p:cNvPr>
          <p:cNvSpPr txBox="1"/>
          <p:nvPr/>
        </p:nvSpPr>
        <p:spPr>
          <a:xfrm>
            <a:off x="625802" y="639656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5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4784">
              <a:solidFill>
                <a:srgbClr val="FDFD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25339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9ED1C6-22AE-6C96-AB29-2669274B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30" name="Group 2">
            <a:extLst>
              <a:ext uri="{FF2B5EF4-FFF2-40B4-BE49-F238E27FC236}">
                <a16:creationId xmlns:a16="http://schemas.microsoft.com/office/drawing/2014/main" id="{847DBB51-4173-C6E0-307E-C440F1D2F99B}"/>
              </a:ext>
            </a:extLst>
          </p:cNvPr>
          <p:cNvGrpSpPr/>
          <p:nvPr/>
        </p:nvGrpSpPr>
        <p:grpSpPr>
          <a:xfrm>
            <a:off x="247242" y="113976"/>
            <a:ext cx="17793515" cy="9474899"/>
            <a:chOff x="0" y="-38100"/>
            <a:chExt cx="4982580" cy="2782993"/>
          </a:xfrm>
        </p:grpSpPr>
        <p:sp>
          <p:nvSpPr>
            <p:cNvPr id="28" name="Freeform 3">
              <a:extLst>
                <a:ext uri="{FF2B5EF4-FFF2-40B4-BE49-F238E27FC236}">
                  <a16:creationId xmlns:a16="http://schemas.microsoft.com/office/drawing/2014/main" id="{4251A326-72B3-29E4-520E-88855ADD651A}"/>
                </a:ext>
              </a:extLst>
            </p:cNvPr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29" name="TextBox 4">
              <a:extLst>
                <a:ext uri="{FF2B5EF4-FFF2-40B4-BE49-F238E27FC236}">
                  <a16:creationId xmlns:a16="http://schemas.microsoft.com/office/drawing/2014/main" id="{F256BB63-C734-0B86-7E66-CC219911443F}"/>
                </a:ext>
              </a:extLst>
            </p:cNvPr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23">
            <a:extLst>
              <a:ext uri="{FF2B5EF4-FFF2-40B4-BE49-F238E27FC236}">
                <a16:creationId xmlns:a16="http://schemas.microsoft.com/office/drawing/2014/main" id="{0A7BAFEB-BC8A-F18B-AB0F-18B385FD4D17}"/>
              </a:ext>
            </a:extLst>
          </p:cNvPr>
          <p:cNvSpPr txBox="1"/>
          <p:nvPr/>
        </p:nvSpPr>
        <p:spPr>
          <a:xfrm>
            <a:off x="2765992" y="788324"/>
            <a:ext cx="1385617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spc="-35">
                <a:solidFill>
                  <a:schemeClr val="accent1"/>
                </a:solidFill>
                <a:latin typeface="Poppins"/>
                <a:cs typeface="Poppins"/>
              </a:rPr>
              <a:t>Autonomous Garbage Detection and Collection</a:t>
            </a:r>
          </a:p>
          <a:p>
            <a:endParaRPr lang="en-US" sz="4400" spc="-35">
              <a:solidFill>
                <a:schemeClr val="accent1"/>
              </a:solidFill>
              <a:latin typeface="Poppins"/>
              <a:cs typeface="Poppins"/>
            </a:endParaRPr>
          </a:p>
        </p:txBody>
      </p:sp>
      <p:pic>
        <p:nvPicPr>
          <p:cNvPr id="34" name="object 3" descr="A close up of a sign&#10;&#10;AI-generated content may be incorrect.">
            <a:extLst>
              <a:ext uri="{FF2B5EF4-FFF2-40B4-BE49-F238E27FC236}">
                <a16:creationId xmlns:a16="http://schemas.microsoft.com/office/drawing/2014/main" id="{9FACDEE5-1FCD-84A2-8D74-6CF1F0FF9D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36" name="object 4">
            <a:extLst>
              <a:ext uri="{FF2B5EF4-FFF2-40B4-BE49-F238E27FC236}">
                <a16:creationId xmlns:a16="http://schemas.microsoft.com/office/drawing/2014/main" id="{A7EFC94F-D75C-4A92-33F5-82CA42A0CB28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</a:t>
            </a:r>
            <a:r>
              <a:rPr lang="en-US" sz="2800" b="1" spc="-10">
                <a:latin typeface="Cambria"/>
                <a:cs typeface="Cambria"/>
              </a:rPr>
              <a:t>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8" name="Slide Number Placeholder 35">
            <a:extLst>
              <a:ext uri="{FF2B5EF4-FFF2-40B4-BE49-F238E27FC236}">
                <a16:creationId xmlns:a16="http://schemas.microsoft.com/office/drawing/2014/main" id="{08CCD80A-CC41-D81C-080C-7E032A0A1E77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2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object 7">
            <a:extLst>
              <a:ext uri="{FF2B5EF4-FFF2-40B4-BE49-F238E27FC236}">
                <a16:creationId xmlns:a16="http://schemas.microsoft.com/office/drawing/2014/main" id="{7DB12034-4F78-6FA3-30F1-CC15D88746B9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IT22566348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42" name="object 8">
            <a:extLst>
              <a:ext uri="{FF2B5EF4-FFF2-40B4-BE49-F238E27FC236}">
                <a16:creationId xmlns:a16="http://schemas.microsoft.com/office/drawing/2014/main" id="{B1F235B0-6848-AD33-5663-35EF088BF9F0}"/>
              </a:ext>
            </a:extLst>
          </p:cNvPr>
          <p:cNvSpPr txBox="1"/>
          <p:nvPr/>
        </p:nvSpPr>
        <p:spPr>
          <a:xfrm>
            <a:off x="775716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/>
          <a:p>
            <a:pPr marL="12700">
              <a:spcBef>
                <a:spcPts val="10"/>
              </a:spcBef>
              <a:tabLst>
                <a:tab pos="2166620" algn="l"/>
              </a:tabLst>
            </a:pPr>
            <a:r>
              <a:rPr lang="en-US" sz="2600" b="1">
                <a:latin typeface="Cambria"/>
                <a:cs typeface="Cambria"/>
              </a:rPr>
              <a:t>Perera W.B.N</a:t>
            </a:r>
            <a:r>
              <a:rPr sz="2600" b="1">
                <a:latin typeface="Cambria"/>
                <a:cs typeface="Cambria"/>
              </a:rPr>
              <a:t>	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lang="si-LK" sz="2600" spc="-50">
                <a:latin typeface="Cambria"/>
                <a:cs typeface="Cambria"/>
              </a:rPr>
              <a:t>|</a:t>
            </a:r>
            <a:endParaRPr lang="en-US" sz="2600">
              <a:latin typeface="Cambria"/>
              <a:ea typeface="Cambria"/>
              <a:cs typeface="Cambria"/>
            </a:endParaRPr>
          </a:p>
        </p:txBody>
      </p:sp>
      <p:sp>
        <p:nvSpPr>
          <p:cNvPr id="44" name="object 9">
            <a:extLst>
              <a:ext uri="{FF2B5EF4-FFF2-40B4-BE49-F238E27FC236}">
                <a16:creationId xmlns:a16="http://schemas.microsoft.com/office/drawing/2014/main" id="{A72C4448-66D5-9381-EEB4-FA8B9C5F7DD8}"/>
              </a:ext>
            </a:extLst>
          </p:cNvPr>
          <p:cNvSpPr txBox="1"/>
          <p:nvPr/>
        </p:nvSpPr>
        <p:spPr>
          <a:xfrm>
            <a:off x="10402188" y="980694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865B1-3921-4627-BE91-D77D7B1D1980}"/>
              </a:ext>
            </a:extLst>
          </p:cNvPr>
          <p:cNvSpPr txBox="1"/>
          <p:nvPr/>
        </p:nvSpPr>
        <p:spPr>
          <a:xfrm>
            <a:off x="886733" y="1595108"/>
            <a:ext cx="16702790" cy="27551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ea typeface="Calibri"/>
                <a:cs typeface="Poppins"/>
              </a:rPr>
              <a:t>Solution Approach</a:t>
            </a:r>
            <a:endParaRPr lang="en-US" sz="3600">
              <a:solidFill>
                <a:schemeClr val="accent1">
                  <a:lumMod val="75000"/>
                </a:schemeClr>
              </a:solidFill>
              <a:latin typeface="Poppins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Automatically detects garbage objects using ground-level proximity sensing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Verifies detected objects through vision-based classification before collection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Enables safe, autonomous pickup and storage without human intervention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CDDD0-84D0-8F74-7B55-8F36A4E789AD}"/>
              </a:ext>
            </a:extLst>
          </p:cNvPr>
          <p:cNvSpPr txBox="1"/>
          <p:nvPr/>
        </p:nvSpPr>
        <p:spPr>
          <a:xfrm>
            <a:off x="886733" y="4591936"/>
            <a:ext cx="16702790" cy="46941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cs typeface="Poppins"/>
              </a:rPr>
              <a:t>Requirements Fulfillment</a:t>
            </a:r>
            <a:endParaRPr lang="en-US" sz="3400" b="1">
              <a:solidFill>
                <a:schemeClr val="accent1">
                  <a:lumMod val="75000"/>
                </a:schemeClr>
              </a:solidFill>
              <a:latin typeface="Poppins" panose="00000500000000000000" pitchFamily="2" charset="0"/>
              <a:cs typeface="Poppins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>
                <a:latin typeface="Poppins" panose="00000500000000000000" pitchFamily="2" charset="0"/>
                <a:cs typeface="Poppins" panose="00000500000000000000" pitchFamily="2" charset="0"/>
              </a:rPr>
              <a:t>Accurate Waste Identification:</a:t>
            </a: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 Reliable detection of waste objects in cluttered and dynamic public environments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>
                <a:latin typeface="Poppins" panose="00000500000000000000" pitchFamily="2" charset="0"/>
                <a:cs typeface="Poppins" panose="00000500000000000000" pitchFamily="2" charset="0"/>
              </a:rPr>
              <a:t>Reduced Manual Effort:</a:t>
            </a: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 Minimizes dependence on human cleaning staff in railway stations through automation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>
                <a:latin typeface="Poppins" panose="00000500000000000000" pitchFamily="2" charset="0"/>
                <a:cs typeface="Poppins" panose="00000500000000000000" pitchFamily="2" charset="0"/>
              </a:rPr>
              <a:t>Safe Public Interaction:</a:t>
            </a: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 Enables precise waste collection without disturbing pedestrians or normal station activities</a:t>
            </a:r>
            <a:endParaRPr lang="en-US" sz="2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47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3">
            <a:extLst>
              <a:ext uri="{FF2B5EF4-FFF2-40B4-BE49-F238E27FC236}">
                <a16:creationId xmlns:a16="http://schemas.microsoft.com/office/drawing/2014/main" id="{8A660F5F-8C8C-E706-73CD-4CA331111188}"/>
              </a:ext>
            </a:extLst>
          </p:cNvPr>
          <p:cNvSpPr txBox="1"/>
          <p:nvPr/>
        </p:nvSpPr>
        <p:spPr>
          <a:xfrm>
            <a:off x="2655685" y="674914"/>
            <a:ext cx="13706221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spc="-35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Autonomous Garbage Detection and Collection</a:t>
            </a:r>
          </a:p>
          <a:p>
            <a:endParaRPr lang="en-US" sz="4400" spc="-3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sz="4400" spc="-35">
              <a:solidFill>
                <a:schemeClr val="tx2">
                  <a:lumMod val="60000"/>
                  <a:lumOff val="40000"/>
                </a:schemeClr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4" name="Slide Number Placeholder 35">
            <a:extLst>
              <a:ext uri="{FF2B5EF4-FFF2-40B4-BE49-F238E27FC236}">
                <a16:creationId xmlns:a16="http://schemas.microsoft.com/office/drawing/2014/main" id="{57029C0D-1A6E-8109-AF62-D0A45E467FC7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3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0" name="object 3" descr="A close up of a sign&#10;&#10;AI-generated content may be incorrect.">
            <a:extLst>
              <a:ext uri="{FF2B5EF4-FFF2-40B4-BE49-F238E27FC236}">
                <a16:creationId xmlns:a16="http://schemas.microsoft.com/office/drawing/2014/main" id="{BCDA9918-155E-A9DB-F24C-84E22436BE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00" y="9622132"/>
            <a:ext cx="3246120" cy="684368"/>
          </a:xfrm>
          <a:prstGeom prst="rect">
            <a:avLst/>
          </a:prstGeom>
        </p:spPr>
      </p:pic>
      <p:sp>
        <p:nvSpPr>
          <p:cNvPr id="32" name="object 4">
            <a:extLst>
              <a:ext uri="{FF2B5EF4-FFF2-40B4-BE49-F238E27FC236}">
                <a16:creationId xmlns:a16="http://schemas.microsoft.com/office/drawing/2014/main" id="{BC3A3970-70C9-D67C-24CF-A62A69714C92}"/>
              </a:ext>
            </a:extLst>
          </p:cNvPr>
          <p:cNvSpPr txBox="1"/>
          <p:nvPr/>
        </p:nvSpPr>
        <p:spPr>
          <a:xfrm>
            <a:off x="14411762" y="96860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</a:t>
            </a:r>
            <a:r>
              <a:rPr lang="en-US" sz="2800" b="1" spc="-10">
                <a:latin typeface="Cambria"/>
                <a:cs typeface="Cambria"/>
              </a:rPr>
              <a:t>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4" name="object 7">
            <a:extLst>
              <a:ext uri="{FF2B5EF4-FFF2-40B4-BE49-F238E27FC236}">
                <a16:creationId xmlns:a16="http://schemas.microsoft.com/office/drawing/2014/main" id="{486CF524-EA4F-A956-17A7-6067E9AA47E7}"/>
              </a:ext>
            </a:extLst>
          </p:cNvPr>
          <p:cNvSpPr txBox="1">
            <a:spLocks/>
          </p:cNvSpPr>
          <p:nvPr/>
        </p:nvSpPr>
        <p:spPr>
          <a:xfrm>
            <a:off x="5562000" y="97731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IT22566348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36" name="object 8">
            <a:extLst>
              <a:ext uri="{FF2B5EF4-FFF2-40B4-BE49-F238E27FC236}">
                <a16:creationId xmlns:a16="http://schemas.microsoft.com/office/drawing/2014/main" id="{E70176C7-2B0B-2C6C-C73B-C655FC1DE031}"/>
              </a:ext>
            </a:extLst>
          </p:cNvPr>
          <p:cNvSpPr txBox="1"/>
          <p:nvPr/>
        </p:nvSpPr>
        <p:spPr>
          <a:xfrm>
            <a:off x="7695600" y="97731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/>
          <a:p>
            <a:pPr marL="12700">
              <a:spcBef>
                <a:spcPts val="10"/>
              </a:spcBef>
              <a:tabLst>
                <a:tab pos="2166620" algn="l"/>
              </a:tabLst>
            </a:pPr>
            <a:r>
              <a:rPr lang="en-US" sz="2600" b="1">
                <a:latin typeface="Cambria"/>
                <a:cs typeface="Cambria"/>
              </a:rPr>
              <a:t>Perera W.B.N</a:t>
            </a:r>
            <a:r>
              <a:rPr sz="2600" b="1">
                <a:latin typeface="Cambria"/>
                <a:cs typeface="Cambria"/>
              </a:rPr>
              <a:t>	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sz="2600" spc="-50">
                <a:latin typeface="Cambria"/>
                <a:cs typeface="Cambria"/>
              </a:rPr>
              <a:t>|</a:t>
            </a:r>
            <a:endParaRPr lang="en-US" sz="2600">
              <a:latin typeface="Cambria"/>
              <a:ea typeface="Cambria"/>
              <a:cs typeface="Cambria"/>
            </a:endParaRPr>
          </a:p>
        </p:txBody>
      </p:sp>
      <p:sp>
        <p:nvSpPr>
          <p:cNvPr id="38" name="object 9">
            <a:extLst>
              <a:ext uri="{FF2B5EF4-FFF2-40B4-BE49-F238E27FC236}">
                <a16:creationId xmlns:a16="http://schemas.microsoft.com/office/drawing/2014/main" id="{30A26A2F-54A9-6D45-F4DA-B27D36C890A0}"/>
              </a:ext>
            </a:extLst>
          </p:cNvPr>
          <p:cNvSpPr txBox="1"/>
          <p:nvPr/>
        </p:nvSpPr>
        <p:spPr>
          <a:xfrm>
            <a:off x="10477788" y="978834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BF72F260-9A2C-963A-69FD-F5C6719A4546}"/>
              </a:ext>
            </a:extLst>
          </p:cNvPr>
          <p:cNvGrpSpPr/>
          <p:nvPr/>
        </p:nvGrpSpPr>
        <p:grpSpPr>
          <a:xfrm>
            <a:off x="247242" y="113976"/>
            <a:ext cx="17793515" cy="9474899"/>
            <a:chOff x="0" y="-38100"/>
            <a:chExt cx="4982580" cy="27829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CB9E7C-A9B2-6773-3792-BD525126B3C5}"/>
                </a:ext>
              </a:extLst>
            </p:cNvPr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7235627-0BBB-A901-F24A-C7A6B86D2D9E}"/>
                </a:ext>
              </a:extLst>
            </p:cNvPr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E593454-6383-3BBF-306C-0F5E6FBAEC9D}"/>
              </a:ext>
            </a:extLst>
          </p:cNvPr>
          <p:cNvSpPr txBox="1"/>
          <p:nvPr/>
        </p:nvSpPr>
        <p:spPr>
          <a:xfrm>
            <a:off x="1328462" y="2318651"/>
            <a:ext cx="15964456" cy="25614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Combines sensor-based detection, visual verification, and robotic manipulation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Prevents false pickups by validating waste before physical interaction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Designed specifically for high-traffic railway station environments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2B66C-EC1E-ACD6-C433-E1BC029CDE70}"/>
              </a:ext>
            </a:extLst>
          </p:cNvPr>
          <p:cNvSpPr txBox="1"/>
          <p:nvPr/>
        </p:nvSpPr>
        <p:spPr>
          <a:xfrm>
            <a:off x="1328461" y="6375470"/>
            <a:ext cx="15735857" cy="25627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Initial testing shows accurate waste pickup with minimal false activations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Robotic arm movement observed to be smooth and controlled during collection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Further feedback will be collected after full system integration</a:t>
            </a:r>
            <a:endParaRPr lang="en-US" sz="27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7B971-3396-FE49-CFFB-2AC1A1FBE9C3}"/>
              </a:ext>
            </a:extLst>
          </p:cNvPr>
          <p:cNvSpPr txBox="1"/>
          <p:nvPr/>
        </p:nvSpPr>
        <p:spPr>
          <a:xfrm>
            <a:off x="1328461" y="5656930"/>
            <a:ext cx="6724991" cy="803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Feedback on Prototype</a:t>
            </a:r>
            <a:endParaRPr lang="en-US" sz="3400">
              <a:solidFill>
                <a:schemeClr val="accent1">
                  <a:lumMod val="75000"/>
                </a:schemeClr>
              </a:solidFill>
              <a:latin typeface="Poppins"/>
              <a:cs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B7A3D-8CDA-1307-8F4C-3CF9FCBD4A84}"/>
              </a:ext>
            </a:extLst>
          </p:cNvPr>
          <p:cNvSpPr txBox="1"/>
          <p:nvPr/>
        </p:nvSpPr>
        <p:spPr>
          <a:xfrm>
            <a:off x="1328461" y="1620855"/>
            <a:ext cx="9211454" cy="801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 Excellence / Contribution</a:t>
            </a:r>
            <a:endParaRPr lang="en-US" sz="3400" b="1">
              <a:solidFill>
                <a:schemeClr val="accent1">
                  <a:lumMod val="75000"/>
                </a:schemeClr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1988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0" y="-417017"/>
            <a:ext cx="2438400" cy="25991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6" name="object 3">
            <a:extLst>
              <a:ext uri="{FF2B5EF4-FFF2-40B4-BE49-F238E27FC236}">
                <a16:creationId xmlns:a16="http://schemas.microsoft.com/office/drawing/2014/main" id="{2B7ED3BE-CFD6-0722-2A55-F5B753CBCAD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27" name="object 4">
            <a:extLst>
              <a:ext uri="{FF2B5EF4-FFF2-40B4-BE49-F238E27FC236}">
                <a16:creationId xmlns:a16="http://schemas.microsoft.com/office/drawing/2014/main" id="{A2A378F8-BE35-73C2-BF50-AB3BA6CC8129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</a:t>
            </a:r>
            <a:r>
              <a:rPr lang="en-US" sz="2800" b="1" spc="-10">
                <a:latin typeface="Cambria"/>
                <a:cs typeface="Cambria"/>
              </a:rPr>
              <a:t>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8" name="Slide Number Placeholder 35">
            <a:extLst>
              <a:ext uri="{FF2B5EF4-FFF2-40B4-BE49-F238E27FC236}">
                <a16:creationId xmlns:a16="http://schemas.microsoft.com/office/drawing/2014/main" id="{C7A67792-903C-291D-8B04-C335498A0CF7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4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64404E44-005F-8A32-A443-213E9A84698F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IT22582324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764BBEB1-EFA4-FABD-30A2-CDA5F06377FE}"/>
              </a:ext>
            </a:extLst>
          </p:cNvPr>
          <p:cNvSpPr txBox="1"/>
          <p:nvPr/>
        </p:nvSpPr>
        <p:spPr>
          <a:xfrm>
            <a:off x="769620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sz="2600" b="1">
                <a:latin typeface="Cambria"/>
                <a:cs typeface="Cambria"/>
              </a:rPr>
              <a:t>Sendanayaka H.K.</a:t>
            </a:r>
            <a:r>
              <a:rPr sz="2600" b="1">
                <a:latin typeface="Cambria"/>
                <a:cs typeface="Cambria"/>
              </a:rPr>
              <a:t>	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sz="2600" spc="-50">
                <a:latin typeface="Cambria"/>
                <a:cs typeface="Cambria"/>
              </a:rPr>
              <a:t>|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2B3545F5-73DD-C1B7-4F38-435D1A7BEAC5}"/>
              </a:ext>
            </a:extLst>
          </p:cNvPr>
          <p:cNvSpPr txBox="1"/>
          <p:nvPr/>
        </p:nvSpPr>
        <p:spPr>
          <a:xfrm>
            <a:off x="10920348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7C986F-77C0-B90F-B6C0-A1685D3FA4FE}"/>
              </a:ext>
            </a:extLst>
          </p:cNvPr>
          <p:cNvSpPr txBox="1"/>
          <p:nvPr/>
        </p:nvSpPr>
        <p:spPr>
          <a:xfrm>
            <a:off x="8679180" y="46710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i-LK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EB33B4-EADA-BE5D-5772-A92BD3626219}"/>
              </a:ext>
            </a:extLst>
          </p:cNvPr>
          <p:cNvSpPr txBox="1"/>
          <p:nvPr/>
        </p:nvSpPr>
        <p:spPr>
          <a:xfrm>
            <a:off x="2133600" y="6631724"/>
            <a:ext cx="1498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B.Sc. (Hons) Degree in Information Technology Specialized in Information Technology</a:t>
            </a:r>
            <a:endParaRPr lang="si-LK" sz="3200"/>
          </a:p>
        </p:txBody>
      </p:sp>
      <p:grpSp>
        <p:nvGrpSpPr>
          <p:cNvPr id="35" name="Group 15">
            <a:extLst>
              <a:ext uri="{FF2B5EF4-FFF2-40B4-BE49-F238E27FC236}">
                <a16:creationId xmlns:a16="http://schemas.microsoft.com/office/drawing/2014/main" id="{73980DB9-CD85-C1EE-DEF5-67EA325B868E}"/>
              </a:ext>
            </a:extLst>
          </p:cNvPr>
          <p:cNvGrpSpPr/>
          <p:nvPr/>
        </p:nvGrpSpPr>
        <p:grpSpPr>
          <a:xfrm>
            <a:off x="-15240" y="4533900"/>
            <a:ext cx="18531840" cy="1340302"/>
            <a:chOff x="0" y="0"/>
            <a:chExt cx="1551036" cy="199364"/>
          </a:xfrm>
          <a:solidFill>
            <a:schemeClr val="tx2"/>
          </a:solidFill>
        </p:grpSpPr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59B19AE8-F886-CAE1-E660-0DC0575F8DE8}"/>
                </a:ext>
              </a:extLst>
            </p:cNvPr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49D09238-9AF2-146D-DF50-C155E2C08C53}"/>
                </a:ext>
              </a:extLst>
            </p:cNvPr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0223DBE-BF04-DED5-58FA-D3734D24A51D}"/>
              </a:ext>
            </a:extLst>
          </p:cNvPr>
          <p:cNvSpPr txBox="1"/>
          <p:nvPr/>
        </p:nvSpPr>
        <p:spPr>
          <a:xfrm>
            <a:off x="2352430" y="4686300"/>
            <a:ext cx="13649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spc="-35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Intelligent Navigation and Unloading Control</a:t>
            </a:r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5D541DC2-8B69-B880-56EB-0E0837636ABB}"/>
              </a:ext>
            </a:extLst>
          </p:cNvPr>
          <p:cNvSpPr/>
          <p:nvPr/>
        </p:nvSpPr>
        <p:spPr>
          <a:xfrm>
            <a:off x="480744" y="366444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si-LK"/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79964D37-200D-CCA3-B2F4-89BE8C5CB385}"/>
              </a:ext>
            </a:extLst>
          </p:cNvPr>
          <p:cNvSpPr txBox="1"/>
          <p:nvPr/>
        </p:nvSpPr>
        <p:spPr>
          <a:xfrm>
            <a:off x="625802" y="639656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242" y="113976"/>
            <a:ext cx="17793515" cy="9474899"/>
            <a:chOff x="0" y="-38100"/>
            <a:chExt cx="4982580" cy="27829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si-LK">
                <a:latin typeface="Poppins" panose="00000500000000000000" pitchFamily="2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246120" y="628731"/>
            <a:ext cx="12248221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200" spc="-35">
                <a:solidFill>
                  <a:schemeClr val="tx2">
                    <a:lumMod val="60000"/>
                    <a:lumOff val="4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Intelligent Navigation and Unloading Control</a:t>
            </a:r>
          </a:p>
        </p:txBody>
      </p:sp>
      <p:pic>
        <p:nvPicPr>
          <p:cNvPr id="41" name="object 3">
            <a:extLst>
              <a:ext uri="{FF2B5EF4-FFF2-40B4-BE49-F238E27FC236}">
                <a16:creationId xmlns:a16="http://schemas.microsoft.com/office/drawing/2014/main" id="{F8304BE7-F53C-89C9-FC88-E849910862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42" name="object 4">
            <a:extLst>
              <a:ext uri="{FF2B5EF4-FFF2-40B4-BE49-F238E27FC236}">
                <a16:creationId xmlns:a16="http://schemas.microsoft.com/office/drawing/2014/main" id="{51F14C24-7783-0A4A-C128-373404A9B87E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</a:t>
            </a:r>
            <a:r>
              <a:rPr lang="en-US" sz="2800" b="1" spc="-10">
                <a:latin typeface="Cambria"/>
                <a:cs typeface="Cambria"/>
              </a:rPr>
              <a:t>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3" name="Slide Number Placeholder 35">
            <a:extLst>
              <a:ext uri="{FF2B5EF4-FFF2-40B4-BE49-F238E27FC236}">
                <a16:creationId xmlns:a16="http://schemas.microsoft.com/office/drawing/2014/main" id="{381A628C-62B9-7EE4-C057-22CEFC1F68AA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5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8FD8D05A-4612-133F-929F-1125A89CA4EF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IT22582324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9B0ABC09-6CC8-2246-445E-1C1B7188A025}"/>
              </a:ext>
            </a:extLst>
          </p:cNvPr>
          <p:cNvSpPr txBox="1"/>
          <p:nvPr/>
        </p:nvSpPr>
        <p:spPr>
          <a:xfrm>
            <a:off x="769620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sz="2600" b="1">
                <a:latin typeface="Cambria"/>
                <a:cs typeface="Cambria"/>
              </a:rPr>
              <a:t>Sendanayaka H.K.</a:t>
            </a:r>
            <a:r>
              <a:rPr sz="2600" b="1">
                <a:latin typeface="Cambria"/>
                <a:cs typeface="Cambria"/>
              </a:rPr>
              <a:t>	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sz="2600" spc="-50">
                <a:latin typeface="Cambria"/>
                <a:cs typeface="Cambria"/>
              </a:rPr>
              <a:t>|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46" name="object 9">
            <a:extLst>
              <a:ext uri="{FF2B5EF4-FFF2-40B4-BE49-F238E27FC236}">
                <a16:creationId xmlns:a16="http://schemas.microsoft.com/office/drawing/2014/main" id="{BEF0BB46-9D84-1D95-E972-C97261470EB6}"/>
              </a:ext>
            </a:extLst>
          </p:cNvPr>
          <p:cNvSpPr txBox="1"/>
          <p:nvPr/>
        </p:nvSpPr>
        <p:spPr>
          <a:xfrm>
            <a:off x="10920348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EA932-B39F-CB5E-F9F8-8E86BBBAE179}"/>
              </a:ext>
            </a:extLst>
          </p:cNvPr>
          <p:cNvSpPr txBox="1"/>
          <p:nvPr/>
        </p:nvSpPr>
        <p:spPr>
          <a:xfrm>
            <a:off x="942504" y="1505215"/>
            <a:ext cx="16702790" cy="4047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ea typeface="Calibri"/>
                <a:cs typeface="Poppins"/>
              </a:rPr>
              <a:t>Solution Approach</a:t>
            </a:r>
            <a:endParaRPr lang="en-US" sz="3600">
              <a:solidFill>
                <a:schemeClr val="accent1">
                  <a:lumMod val="75000"/>
                </a:schemeClr>
              </a:solidFill>
              <a:latin typeface="Poppins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Enables safe autonomous navigation in dynamic railway station environments using sensor-based obstacle avoidance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Prevents platform-edge accidents through downward proximity sensing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Supports </a:t>
            </a:r>
            <a:r>
              <a:rPr lang="en-US" sz="2800" b="1">
                <a:latin typeface="Poppins" panose="00000500000000000000" pitchFamily="2" charset="0"/>
                <a:cs typeface="Poppins" panose="00000500000000000000" pitchFamily="2" charset="0"/>
              </a:rPr>
              <a:t>autonomous unloading control</a:t>
            </a: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 by detecting bin-full conditions and triggering unloading mode logic for disposal operations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3B7CF-A4DD-38C9-8705-DDB834533BA6}"/>
              </a:ext>
            </a:extLst>
          </p:cNvPr>
          <p:cNvSpPr txBox="1"/>
          <p:nvPr/>
        </p:nvSpPr>
        <p:spPr>
          <a:xfrm>
            <a:off x="942504" y="5755815"/>
            <a:ext cx="16702790" cy="3401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cs typeface="Poppins"/>
              </a:rPr>
              <a:t>Requirements Fulfillment</a:t>
            </a:r>
            <a:endParaRPr lang="en-US" sz="3400" b="1">
              <a:solidFill>
                <a:schemeClr val="accent1">
                  <a:lumMod val="75000"/>
                </a:schemeClr>
              </a:solidFill>
              <a:latin typeface="Poppins" panose="00000500000000000000" pitchFamily="2" charset="0"/>
              <a:cs typeface="Poppins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>
                <a:latin typeface="Poppins" panose="00000500000000000000" pitchFamily="2" charset="0"/>
                <a:cs typeface="Poppins" panose="00000500000000000000" pitchFamily="2" charset="0"/>
              </a:rPr>
              <a:t>Operational Safety:</a:t>
            </a: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 Collision avoidance and platform-edge protection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>
                <a:latin typeface="Poppins" panose="00000500000000000000" pitchFamily="2" charset="0"/>
                <a:cs typeface="Poppins" panose="00000500000000000000" pitchFamily="2" charset="0"/>
              </a:rPr>
              <a:t>Autonomous Operation:</a:t>
            </a: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 Self-managed navigation and unloading decision-making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>
                <a:latin typeface="Poppins" panose="00000500000000000000" pitchFamily="2" charset="0"/>
                <a:cs typeface="Poppins" panose="00000500000000000000" pitchFamily="2" charset="0"/>
              </a:rPr>
              <a:t>Reliability &amp; Efficiency:</a:t>
            </a: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 Prevents waste overflow and unnecessary robot actions by continuously monitoring bin capacity</a:t>
            </a:r>
            <a:endParaRPr lang="en-US" sz="2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853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99FD4-9F29-405C-192C-6FFCBB8F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2A5F34D-A165-BA40-E76A-3384161398B3}"/>
              </a:ext>
            </a:extLst>
          </p:cNvPr>
          <p:cNvSpPr/>
          <p:nvPr/>
        </p:nvSpPr>
        <p:spPr>
          <a:xfrm>
            <a:off x="247242" y="222226"/>
            <a:ext cx="17793515" cy="9346583"/>
          </a:xfrm>
          <a:custGeom>
            <a:avLst/>
            <a:gdLst/>
            <a:ahLst/>
            <a:cxnLst/>
            <a:rect l="l" t="t" r="r" b="b"/>
            <a:pathLst>
              <a:path w="4982580" h="2744893">
                <a:moveTo>
                  <a:pt x="0" y="0"/>
                </a:moveTo>
                <a:lnTo>
                  <a:pt x="4982580" y="0"/>
                </a:lnTo>
                <a:lnTo>
                  <a:pt x="4982580" y="2744893"/>
                </a:lnTo>
                <a:lnTo>
                  <a:pt x="0" y="274489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145DA0"/>
            </a:solidFill>
            <a:prstDash val="solid"/>
            <a:miter/>
          </a:ln>
        </p:spPr>
        <p:txBody>
          <a:bodyPr/>
          <a:lstStyle/>
          <a:p>
            <a:endParaRPr lang="si-LK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9C174EF-48AA-A6EB-5E59-7DD8A7E09BFD}"/>
              </a:ext>
            </a:extLst>
          </p:cNvPr>
          <p:cNvSpPr txBox="1"/>
          <p:nvPr/>
        </p:nvSpPr>
        <p:spPr>
          <a:xfrm>
            <a:off x="3124200" y="584627"/>
            <a:ext cx="12248221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spc="-35">
                <a:solidFill>
                  <a:schemeClr val="tx2">
                    <a:lumMod val="60000"/>
                    <a:lumOff val="4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Intelligent Navigation and Unloading Control</a:t>
            </a:r>
          </a:p>
        </p:txBody>
      </p:sp>
      <p:pic>
        <p:nvPicPr>
          <p:cNvPr id="41" name="object 3">
            <a:extLst>
              <a:ext uri="{FF2B5EF4-FFF2-40B4-BE49-F238E27FC236}">
                <a16:creationId xmlns:a16="http://schemas.microsoft.com/office/drawing/2014/main" id="{EC99C5AD-B952-1E25-FC64-0F0961E1A4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42" name="object 4">
            <a:extLst>
              <a:ext uri="{FF2B5EF4-FFF2-40B4-BE49-F238E27FC236}">
                <a16:creationId xmlns:a16="http://schemas.microsoft.com/office/drawing/2014/main" id="{74E0CD47-9203-A749-0653-86B3295A9D40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en-US" sz="2800" b="1" spc="-10">
                <a:latin typeface="Cambria"/>
                <a:cs typeface="Cambria"/>
              </a:rPr>
              <a:t>1/2026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3" name="Slide Number Placeholder 35">
            <a:extLst>
              <a:ext uri="{FF2B5EF4-FFF2-40B4-BE49-F238E27FC236}">
                <a16:creationId xmlns:a16="http://schemas.microsoft.com/office/drawing/2014/main" id="{19FFC183-1E34-2D97-0259-9E417FBA0443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6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2D972FF1-DCC4-2E0A-07FB-2131057AA68C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IT22582324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7EAB0A85-89E9-EE15-0097-482670E1B53C}"/>
              </a:ext>
            </a:extLst>
          </p:cNvPr>
          <p:cNvSpPr txBox="1"/>
          <p:nvPr/>
        </p:nvSpPr>
        <p:spPr>
          <a:xfrm>
            <a:off x="769620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sz="2600" b="1">
                <a:latin typeface="Cambria"/>
                <a:cs typeface="Cambria"/>
              </a:rPr>
              <a:t>Sendanayaka H.K.</a:t>
            </a:r>
            <a:r>
              <a:rPr sz="2600" b="1">
                <a:latin typeface="Cambria"/>
                <a:cs typeface="Cambria"/>
              </a:rPr>
              <a:t>	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sz="2600" spc="-50">
                <a:latin typeface="Cambria"/>
                <a:cs typeface="Cambria"/>
              </a:rPr>
              <a:t>|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46" name="object 9">
            <a:extLst>
              <a:ext uri="{FF2B5EF4-FFF2-40B4-BE49-F238E27FC236}">
                <a16:creationId xmlns:a16="http://schemas.microsoft.com/office/drawing/2014/main" id="{96614074-08CD-15AB-A8A2-19FB97CD6F50}"/>
              </a:ext>
            </a:extLst>
          </p:cNvPr>
          <p:cNvSpPr txBox="1"/>
          <p:nvPr/>
        </p:nvSpPr>
        <p:spPr>
          <a:xfrm>
            <a:off x="10920348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AE27E-33A8-8F3B-79FD-FDBD918C7C0F}"/>
              </a:ext>
            </a:extLst>
          </p:cNvPr>
          <p:cNvSpPr txBox="1"/>
          <p:nvPr/>
        </p:nvSpPr>
        <p:spPr>
          <a:xfrm>
            <a:off x="1328462" y="2170734"/>
            <a:ext cx="15964456" cy="33629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600">
                <a:latin typeface="Poppins" panose="00000500000000000000" pitchFamily="2" charset="0"/>
                <a:cs typeface="Poppins" panose="00000500000000000000" pitchFamily="2" charset="0"/>
              </a:rPr>
              <a:t>Lightweight navigation and unloading control logic suitable for embedded robotic platforms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Unified handling of navigation, safety sensing, bin monitoring, and unloading decisions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Railway-station-focused design addressing public safety and real-world constraints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BCFFB-F7E2-578E-C199-16EE37EAB45E}"/>
              </a:ext>
            </a:extLst>
          </p:cNvPr>
          <p:cNvSpPr txBox="1"/>
          <p:nvPr/>
        </p:nvSpPr>
        <p:spPr>
          <a:xfrm>
            <a:off x="1328461" y="6483046"/>
            <a:ext cx="15735857" cy="25614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Navigation and obstacle avoidance observed to be stable in crowded environments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Bin-full detection effectively controls robot behavior before overflow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Autonomous unloading logic identified as essential for full system deployment</a:t>
            </a:r>
            <a:endParaRPr lang="en-US" sz="27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5840D8-70ED-337B-1992-4A13F5AE2476}"/>
              </a:ext>
            </a:extLst>
          </p:cNvPr>
          <p:cNvSpPr txBox="1"/>
          <p:nvPr/>
        </p:nvSpPr>
        <p:spPr>
          <a:xfrm>
            <a:off x="1328461" y="5831741"/>
            <a:ext cx="6724991" cy="803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Feedback on Prototype</a:t>
            </a:r>
            <a:endParaRPr lang="en-US" sz="3400">
              <a:solidFill>
                <a:schemeClr val="accent1">
                  <a:lumMod val="75000"/>
                </a:schemeClr>
              </a:solidFill>
              <a:latin typeface="Poppins"/>
              <a:cs typeface="Poppi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91D35D-2ECA-F306-434B-0577FC4F377A}"/>
              </a:ext>
            </a:extLst>
          </p:cNvPr>
          <p:cNvSpPr txBox="1"/>
          <p:nvPr/>
        </p:nvSpPr>
        <p:spPr>
          <a:xfrm>
            <a:off x="1328461" y="1499832"/>
            <a:ext cx="9211454" cy="801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 Excellence / Contribution</a:t>
            </a:r>
            <a:endParaRPr lang="en-US" sz="3400" b="1">
              <a:solidFill>
                <a:schemeClr val="accent1">
                  <a:lumMod val="75000"/>
                </a:schemeClr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91938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5935-E030-9222-BA18-67FE9CA4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3D5648E6-0C7B-F67F-5A48-3F1B0009CB4C}"/>
              </a:ext>
            </a:extLst>
          </p:cNvPr>
          <p:cNvSpPr txBox="1"/>
          <p:nvPr/>
        </p:nvSpPr>
        <p:spPr>
          <a:xfrm>
            <a:off x="0" y="-417017"/>
            <a:ext cx="2438400" cy="25991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6" name="object 3">
            <a:extLst>
              <a:ext uri="{FF2B5EF4-FFF2-40B4-BE49-F238E27FC236}">
                <a16:creationId xmlns:a16="http://schemas.microsoft.com/office/drawing/2014/main" id="{4A1F5D92-E2DC-5D93-5CD3-1459F4F219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27" name="object 4">
            <a:extLst>
              <a:ext uri="{FF2B5EF4-FFF2-40B4-BE49-F238E27FC236}">
                <a16:creationId xmlns:a16="http://schemas.microsoft.com/office/drawing/2014/main" id="{5D020DE3-EC9D-B2B3-247A-75E4C59BEAD1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8" name="Slide Number Placeholder 35">
            <a:extLst>
              <a:ext uri="{FF2B5EF4-FFF2-40B4-BE49-F238E27FC236}">
                <a16:creationId xmlns:a16="http://schemas.microsoft.com/office/drawing/2014/main" id="{43901365-75D7-B339-DB9C-856967C2FE7D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7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46242A-D5E5-BD04-5DBF-FF354CB50A48}"/>
              </a:ext>
            </a:extLst>
          </p:cNvPr>
          <p:cNvSpPr txBox="1"/>
          <p:nvPr/>
        </p:nvSpPr>
        <p:spPr>
          <a:xfrm>
            <a:off x="8679180" y="46710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i-LK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0147EC-1496-6FC8-33E5-5A5C34D9E56F}"/>
              </a:ext>
            </a:extLst>
          </p:cNvPr>
          <p:cNvSpPr txBox="1"/>
          <p:nvPr/>
        </p:nvSpPr>
        <p:spPr>
          <a:xfrm>
            <a:off x="2238703" y="7511965"/>
            <a:ext cx="1498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B.Sc. (Hons) Degree in Information Technology Specialized in Information Technology</a:t>
            </a:r>
            <a:endParaRPr lang="si-LK" sz="3200"/>
          </a:p>
        </p:txBody>
      </p:sp>
      <p:grpSp>
        <p:nvGrpSpPr>
          <p:cNvPr id="35" name="Group 15">
            <a:extLst>
              <a:ext uri="{FF2B5EF4-FFF2-40B4-BE49-F238E27FC236}">
                <a16:creationId xmlns:a16="http://schemas.microsoft.com/office/drawing/2014/main" id="{EEBEA949-DD2B-7B5E-8E4C-0F3993DB702B}"/>
              </a:ext>
            </a:extLst>
          </p:cNvPr>
          <p:cNvGrpSpPr/>
          <p:nvPr/>
        </p:nvGrpSpPr>
        <p:grpSpPr>
          <a:xfrm>
            <a:off x="-2103" y="4413637"/>
            <a:ext cx="18308497" cy="2551012"/>
            <a:chOff x="0" y="-38100"/>
            <a:chExt cx="1551036" cy="237464"/>
          </a:xfrm>
          <a:solidFill>
            <a:schemeClr val="tx2"/>
          </a:solidFill>
        </p:grpSpPr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2861AECF-5F08-A5A3-6848-DB23FCD180FB}"/>
                </a:ext>
              </a:extLst>
            </p:cNvPr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CFE36492-8CAF-0216-C7F0-66CBB0660BFE}"/>
                </a:ext>
              </a:extLst>
            </p:cNvPr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6EC39B3-55A8-C228-E68F-CE67AE3E9077}"/>
              </a:ext>
            </a:extLst>
          </p:cNvPr>
          <p:cNvSpPr txBox="1"/>
          <p:nvPr/>
        </p:nvSpPr>
        <p:spPr>
          <a:xfrm>
            <a:off x="1851389" y="4959676"/>
            <a:ext cx="1460245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4800" spc="-35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ML Based Waste Classification Model &amp; Head Counting System</a:t>
            </a:r>
            <a:endParaRPr lang="en-US"/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1C74B209-0ACD-0045-1456-A5C832A41E16}"/>
              </a:ext>
            </a:extLst>
          </p:cNvPr>
          <p:cNvSpPr/>
          <p:nvPr/>
        </p:nvSpPr>
        <p:spPr>
          <a:xfrm>
            <a:off x="480744" y="366444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si-LK"/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B715BFDF-1C65-854E-80D4-9FCD2CB7D80E}"/>
              </a:ext>
            </a:extLst>
          </p:cNvPr>
          <p:cNvSpPr txBox="1"/>
          <p:nvPr/>
        </p:nvSpPr>
        <p:spPr>
          <a:xfrm>
            <a:off x="625802" y="639656"/>
            <a:ext cx="1134140" cy="794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5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4784">
              <a:solidFill>
                <a:srgbClr val="FDFD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7761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4ACB2-B2E1-F3D0-C384-A4B3EBEF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470050F4-EE6B-19AD-973C-CEBE9F3763CA}"/>
              </a:ext>
            </a:extLst>
          </p:cNvPr>
          <p:cNvSpPr txBox="1"/>
          <p:nvPr/>
        </p:nvSpPr>
        <p:spPr>
          <a:xfrm>
            <a:off x="0" y="-417017"/>
            <a:ext cx="2438400" cy="25991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6" name="object 3">
            <a:extLst>
              <a:ext uri="{FF2B5EF4-FFF2-40B4-BE49-F238E27FC236}">
                <a16:creationId xmlns:a16="http://schemas.microsoft.com/office/drawing/2014/main" id="{5D7575D5-5A25-3D3E-2212-A915884CA56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27" name="object 4">
            <a:extLst>
              <a:ext uri="{FF2B5EF4-FFF2-40B4-BE49-F238E27FC236}">
                <a16:creationId xmlns:a16="http://schemas.microsoft.com/office/drawing/2014/main" id="{53CC7B22-72E7-716F-34B7-DD274173F192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si-LK" sz="2800" b="1" spc="-10">
                <a:latin typeface="Cambria"/>
                <a:cs typeface="Cambria"/>
              </a:rPr>
              <a:t>6/1/2026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8" name="Slide Number Placeholder 35">
            <a:extLst>
              <a:ext uri="{FF2B5EF4-FFF2-40B4-BE49-F238E27FC236}">
                <a16:creationId xmlns:a16="http://schemas.microsoft.com/office/drawing/2014/main" id="{F5BF50ED-421D-5A63-0873-E4EBB21004A0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8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D44E0DEE-9721-9456-AA94-65463ABFD7E1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IT22566102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0EC8C872-646C-CBBD-F456-74B430315FC7}"/>
              </a:ext>
            </a:extLst>
          </p:cNvPr>
          <p:cNvSpPr txBox="1"/>
          <p:nvPr/>
        </p:nvSpPr>
        <p:spPr>
          <a:xfrm>
            <a:off x="769620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/>
          <a:p>
            <a:pPr marL="12700">
              <a:spcBef>
                <a:spcPts val="10"/>
              </a:spcBef>
              <a:tabLst>
                <a:tab pos="2166620" algn="l"/>
              </a:tabLst>
            </a:pPr>
            <a:r>
              <a:rPr lang="en-US" sz="2600" b="1" err="1">
                <a:latin typeface="Cambria"/>
                <a:cs typeface="Cambria"/>
              </a:rPr>
              <a:t>Nuwanthi</a:t>
            </a:r>
            <a:r>
              <a:rPr lang="en-US" sz="2600" b="1">
                <a:latin typeface="Cambria"/>
                <a:cs typeface="Cambria"/>
              </a:rPr>
              <a:t> B.D.T.</a:t>
            </a:r>
            <a:r>
              <a:rPr sz="2600" b="1">
                <a:latin typeface="Cambria"/>
                <a:cs typeface="Cambria"/>
              </a:rPr>
              <a:t>	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sz="2600" spc="-50">
                <a:latin typeface="Cambria"/>
                <a:cs typeface="Cambria"/>
              </a:rPr>
              <a:t>|</a:t>
            </a:r>
            <a:endParaRPr lang="en-US" sz="2600">
              <a:latin typeface="Cambria"/>
              <a:cs typeface="Cambria"/>
            </a:endParaRPr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C0622DCB-D5F5-CDA1-024D-7C03A716B7CB}"/>
              </a:ext>
            </a:extLst>
          </p:cNvPr>
          <p:cNvSpPr txBox="1"/>
          <p:nvPr/>
        </p:nvSpPr>
        <p:spPr>
          <a:xfrm>
            <a:off x="10920348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0789E5-E36B-6C7B-4341-AADE7AB50F35}"/>
              </a:ext>
            </a:extLst>
          </p:cNvPr>
          <p:cNvSpPr txBox="1"/>
          <p:nvPr/>
        </p:nvSpPr>
        <p:spPr>
          <a:xfrm>
            <a:off x="8679180" y="46710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i-LK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DF9AD7-31FD-1199-98BA-042D1246A0AB}"/>
              </a:ext>
            </a:extLst>
          </p:cNvPr>
          <p:cNvSpPr txBox="1"/>
          <p:nvPr/>
        </p:nvSpPr>
        <p:spPr>
          <a:xfrm>
            <a:off x="2994389" y="4670642"/>
            <a:ext cx="11355994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4800" spc="-35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ML Based Waste Classification Model</a:t>
            </a: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9D7802D2-2379-285B-13BB-28A5759EC9D1}"/>
              </a:ext>
            </a:extLst>
          </p:cNvPr>
          <p:cNvSpPr txBox="1"/>
          <p:nvPr/>
        </p:nvSpPr>
        <p:spPr>
          <a:xfrm>
            <a:off x="625802" y="639656"/>
            <a:ext cx="1134140" cy="794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5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4784">
              <a:solidFill>
                <a:srgbClr val="FDFD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AEA2F788-50B5-3C8E-D253-C72A6A01BA3D}"/>
              </a:ext>
            </a:extLst>
          </p:cNvPr>
          <p:cNvGrpSpPr/>
          <p:nvPr/>
        </p:nvGrpSpPr>
        <p:grpSpPr>
          <a:xfrm>
            <a:off x="232255" y="111963"/>
            <a:ext cx="17793515" cy="9474899"/>
            <a:chOff x="0" y="-38100"/>
            <a:chExt cx="4982580" cy="27829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0F523AA-ADE9-8AE4-2CFC-5C8332330D07}"/>
                </a:ext>
              </a:extLst>
            </p:cNvPr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366216B-3C8E-9A39-9B27-29B7D9B4E8A4}"/>
                </a:ext>
              </a:extLst>
            </p:cNvPr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23">
            <a:extLst>
              <a:ext uri="{FF2B5EF4-FFF2-40B4-BE49-F238E27FC236}">
                <a16:creationId xmlns:a16="http://schemas.microsoft.com/office/drawing/2014/main" id="{C03C73F2-712F-3D9F-BAB3-8B32384A2F58}"/>
              </a:ext>
            </a:extLst>
          </p:cNvPr>
          <p:cNvSpPr txBox="1"/>
          <p:nvPr/>
        </p:nvSpPr>
        <p:spPr>
          <a:xfrm>
            <a:off x="646495" y="875272"/>
            <a:ext cx="17266909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spc="-35">
                <a:solidFill>
                  <a:srgbClr val="558ED5"/>
                </a:solidFill>
                <a:latin typeface="Poppins"/>
                <a:ea typeface="Poppins"/>
                <a:cs typeface="Poppins"/>
                <a:sym typeface="Poppins"/>
              </a:rPr>
              <a:t>ML Based Waste Classification Model &amp; Head Counting System</a:t>
            </a:r>
            <a:endParaRPr lang="en-US" sz="4400" spc="-35">
              <a:solidFill>
                <a:srgbClr val="558ED5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1B5F5A-3667-9AA4-10C4-4CEEEB4225B7}"/>
              </a:ext>
            </a:extLst>
          </p:cNvPr>
          <p:cNvSpPr txBox="1"/>
          <p:nvPr/>
        </p:nvSpPr>
        <p:spPr>
          <a:xfrm>
            <a:off x="887260" y="1568713"/>
            <a:ext cx="16702790" cy="42742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ea typeface="Calibri"/>
                <a:cs typeface="Poppins"/>
              </a:rPr>
              <a:t>Solution Approach</a:t>
            </a:r>
            <a:endParaRPr lang="en-US">
              <a:solidFill>
                <a:schemeClr val="accent1">
                  <a:lumMod val="75000"/>
                </a:schemeClr>
              </a:solidFill>
              <a:latin typeface="Poppins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Vision-based waste classification using robotic arm camera.</a:t>
            </a:r>
            <a:endParaRPr lang="en-US" sz="3000">
              <a:latin typeface="Poppins"/>
              <a:ea typeface="Calibri"/>
              <a:cs typeface="Poppins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Detection accuracy is low in mixed or cluttered waste environments.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Real-time passenger counting via CCTV analysis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Crowd-threshold-based stop and docking control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Robot operates only during low-crowd conditions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0693F0-ED61-49B8-4C2F-09A97E49867A}"/>
              </a:ext>
            </a:extLst>
          </p:cNvPr>
          <p:cNvSpPr txBox="1"/>
          <p:nvPr/>
        </p:nvSpPr>
        <p:spPr>
          <a:xfrm>
            <a:off x="906755" y="6153598"/>
            <a:ext cx="13347492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cs typeface="Poppins"/>
              </a:rPr>
              <a:t>Requirements Fulfillment</a:t>
            </a:r>
            <a:endParaRPr lang="en-US" sz="3400" b="1">
              <a:solidFill>
                <a:schemeClr val="accent1">
                  <a:lumMod val="75000"/>
                </a:schemeClr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629E9-A908-0A90-F326-3E3F723490C3}"/>
              </a:ext>
            </a:extLst>
          </p:cNvPr>
          <p:cNvSpPr txBox="1"/>
          <p:nvPr/>
        </p:nvSpPr>
        <p:spPr>
          <a:xfrm>
            <a:off x="871261" y="6783684"/>
            <a:ext cx="15735857" cy="25627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b="1">
                <a:latin typeface="Poppins"/>
                <a:cs typeface="Poppins"/>
              </a:rPr>
              <a:t>Safety</a:t>
            </a:r>
            <a:r>
              <a:rPr lang="en-US" sz="2800">
                <a:latin typeface="Poppins"/>
                <a:cs typeface="Poppins"/>
              </a:rPr>
              <a:t>: Prevents robot operation in crowded platforms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b="1">
                <a:latin typeface="Poppins"/>
                <a:cs typeface="Poppins"/>
              </a:rPr>
              <a:t>Autonomy</a:t>
            </a:r>
            <a:r>
              <a:rPr lang="en-US" sz="2800">
                <a:latin typeface="Poppins"/>
                <a:cs typeface="Poppins"/>
              </a:rPr>
              <a:t>: Automatic stop, resume and docking actions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b="1">
                <a:latin typeface="Poppins"/>
                <a:cs typeface="Poppins"/>
              </a:rPr>
              <a:t>Accuracy</a:t>
            </a:r>
            <a:r>
              <a:rPr lang="en-US" sz="2800">
                <a:latin typeface="Poppins"/>
                <a:cs typeface="Poppins"/>
              </a:rPr>
              <a:t>: AI-based waste type identifications</a:t>
            </a:r>
          </a:p>
        </p:txBody>
      </p:sp>
    </p:spTree>
    <p:extLst>
      <p:ext uri="{BB962C8B-B14F-4D97-AF65-F5344CB8AC3E}">
        <p14:creationId xmlns:p14="http://schemas.microsoft.com/office/powerpoint/2010/main" val="4064974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C433A-60E2-60E4-8AE8-A483590B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7582D720-4DF4-1B22-DCDE-8E0F27AC4048}"/>
              </a:ext>
            </a:extLst>
          </p:cNvPr>
          <p:cNvSpPr txBox="1"/>
          <p:nvPr/>
        </p:nvSpPr>
        <p:spPr>
          <a:xfrm>
            <a:off x="0" y="-417017"/>
            <a:ext cx="2438400" cy="25991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6" name="object 3">
            <a:extLst>
              <a:ext uri="{FF2B5EF4-FFF2-40B4-BE49-F238E27FC236}">
                <a16:creationId xmlns:a16="http://schemas.microsoft.com/office/drawing/2014/main" id="{1DE15323-1329-15B1-E5A8-8C24D0D8F95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27" name="object 4">
            <a:extLst>
              <a:ext uri="{FF2B5EF4-FFF2-40B4-BE49-F238E27FC236}">
                <a16:creationId xmlns:a16="http://schemas.microsoft.com/office/drawing/2014/main" id="{CE2AFBDB-9020-7781-61D4-22F70205DDDB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si-LK" sz="2800" b="1" spc="-10">
                <a:latin typeface="Cambria"/>
                <a:cs typeface="Cambria"/>
              </a:rPr>
              <a:t>6/1/2026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8" name="Slide Number Placeholder 35">
            <a:extLst>
              <a:ext uri="{FF2B5EF4-FFF2-40B4-BE49-F238E27FC236}">
                <a16:creationId xmlns:a16="http://schemas.microsoft.com/office/drawing/2014/main" id="{95D4B158-8C96-B9B5-F915-ACAC6A076435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9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D5DA6FC7-16DC-EC93-3B1E-0C2381EF9228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IT22566102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4EFA0790-B22C-11BB-7924-47443904C733}"/>
              </a:ext>
            </a:extLst>
          </p:cNvPr>
          <p:cNvSpPr txBox="1"/>
          <p:nvPr/>
        </p:nvSpPr>
        <p:spPr>
          <a:xfrm>
            <a:off x="769620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/>
          <a:p>
            <a:pPr marL="12700">
              <a:spcBef>
                <a:spcPts val="10"/>
              </a:spcBef>
              <a:tabLst>
                <a:tab pos="2166620" algn="l"/>
              </a:tabLst>
            </a:pPr>
            <a:r>
              <a:rPr lang="en-US" sz="2600" b="1" err="1">
                <a:latin typeface="Cambria"/>
                <a:cs typeface="Cambria"/>
              </a:rPr>
              <a:t>Nuwanthi</a:t>
            </a:r>
            <a:r>
              <a:rPr lang="en-US" sz="2600" b="1">
                <a:latin typeface="Cambria"/>
                <a:cs typeface="Cambria"/>
              </a:rPr>
              <a:t> B.D.T.</a:t>
            </a:r>
            <a:r>
              <a:rPr sz="2600" b="1">
                <a:latin typeface="Cambria"/>
                <a:cs typeface="Cambria"/>
              </a:rPr>
              <a:t>	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sz="2600" spc="-50">
                <a:latin typeface="Cambria"/>
                <a:cs typeface="Cambria"/>
              </a:rPr>
              <a:t>|</a:t>
            </a:r>
            <a:endParaRPr lang="en-US" sz="2600">
              <a:latin typeface="Cambria"/>
              <a:cs typeface="Cambria"/>
            </a:endParaRPr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5B6BC1DC-5D57-16EC-95F5-90F41FCDB81C}"/>
              </a:ext>
            </a:extLst>
          </p:cNvPr>
          <p:cNvSpPr txBox="1"/>
          <p:nvPr/>
        </p:nvSpPr>
        <p:spPr>
          <a:xfrm>
            <a:off x="10920348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F1371C-4321-22B5-BC45-E9DDEE7262D3}"/>
              </a:ext>
            </a:extLst>
          </p:cNvPr>
          <p:cNvSpPr txBox="1"/>
          <p:nvPr/>
        </p:nvSpPr>
        <p:spPr>
          <a:xfrm>
            <a:off x="8679180" y="46710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i-LK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519C03-867F-3ABF-E7EE-67EF12EC548F}"/>
              </a:ext>
            </a:extLst>
          </p:cNvPr>
          <p:cNvSpPr txBox="1"/>
          <p:nvPr/>
        </p:nvSpPr>
        <p:spPr>
          <a:xfrm>
            <a:off x="2994389" y="4670642"/>
            <a:ext cx="11355994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4800" spc="-35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ML Based Waste Classification Model</a:t>
            </a: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2F2EA232-5F3C-77AE-C7F2-21D6DB2E59F2}"/>
              </a:ext>
            </a:extLst>
          </p:cNvPr>
          <p:cNvSpPr txBox="1"/>
          <p:nvPr/>
        </p:nvSpPr>
        <p:spPr>
          <a:xfrm>
            <a:off x="625802" y="639656"/>
            <a:ext cx="1134140" cy="794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5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4784">
              <a:solidFill>
                <a:srgbClr val="FDFD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848AB156-0028-F8D3-BB9B-33AC712A3927}"/>
              </a:ext>
            </a:extLst>
          </p:cNvPr>
          <p:cNvGrpSpPr/>
          <p:nvPr/>
        </p:nvGrpSpPr>
        <p:grpSpPr>
          <a:xfrm>
            <a:off x="232255" y="111963"/>
            <a:ext cx="17793515" cy="9474899"/>
            <a:chOff x="0" y="-38100"/>
            <a:chExt cx="4982580" cy="27829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3B4547-DD1D-D253-62E9-796C562C5003}"/>
                </a:ext>
              </a:extLst>
            </p:cNvPr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D5B6856-E3E1-7CF2-E849-4B88DFAF5460}"/>
                </a:ext>
              </a:extLst>
            </p:cNvPr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23">
            <a:extLst>
              <a:ext uri="{FF2B5EF4-FFF2-40B4-BE49-F238E27FC236}">
                <a16:creationId xmlns:a16="http://schemas.microsoft.com/office/drawing/2014/main" id="{FF73EE85-9E48-B183-0EE8-6F55960BAA99}"/>
              </a:ext>
            </a:extLst>
          </p:cNvPr>
          <p:cNvSpPr txBox="1"/>
          <p:nvPr/>
        </p:nvSpPr>
        <p:spPr>
          <a:xfrm>
            <a:off x="646495" y="875272"/>
            <a:ext cx="17266909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spc="-35">
                <a:solidFill>
                  <a:srgbClr val="558ED5"/>
                </a:solidFill>
                <a:latin typeface="Poppins"/>
                <a:ea typeface="Poppins"/>
                <a:cs typeface="Poppins"/>
                <a:sym typeface="Poppins"/>
              </a:rPr>
              <a:t>ML Based Waste Classification Model &amp; Head Counting System</a:t>
            </a:r>
            <a:endParaRPr lang="en-US" sz="4400" spc="-35">
              <a:solidFill>
                <a:srgbClr val="558ED5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EC810-52B6-880F-7148-3B4B91A0F960}"/>
              </a:ext>
            </a:extLst>
          </p:cNvPr>
          <p:cNvSpPr txBox="1"/>
          <p:nvPr/>
        </p:nvSpPr>
        <p:spPr>
          <a:xfrm>
            <a:off x="887260" y="1855567"/>
            <a:ext cx="16702790" cy="28892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ea typeface="Calibri"/>
                <a:cs typeface="Poppins"/>
              </a:rPr>
              <a:t>Design Excellence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Lightweight YOLOv8 models for embedded robotics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Integrated crowd detection and robot control logic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Railway-focused design addressing public safety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518DB6-41FD-0F3E-7B3F-DE167E23DF48}"/>
              </a:ext>
            </a:extLst>
          </p:cNvPr>
          <p:cNvSpPr txBox="1"/>
          <p:nvPr/>
        </p:nvSpPr>
        <p:spPr>
          <a:xfrm>
            <a:off x="898590" y="5280019"/>
            <a:ext cx="13347492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cs typeface="Poppins"/>
              </a:rPr>
              <a:t>User Feedbacks</a:t>
            </a:r>
            <a:endParaRPr lang="en-US" sz="3400" b="1">
              <a:solidFill>
                <a:schemeClr val="accent1">
                  <a:lumMod val="75000"/>
                </a:schemeClr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B19C1-430B-C2CB-E3D5-01D1CC5DCF9A}"/>
              </a:ext>
            </a:extLst>
          </p:cNvPr>
          <p:cNvSpPr txBox="1"/>
          <p:nvPr/>
        </p:nvSpPr>
        <p:spPr>
          <a:xfrm>
            <a:off x="895754" y="6097884"/>
            <a:ext cx="15735857" cy="25627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/>
                <a:cs typeface="Poppins"/>
              </a:rPr>
              <a:t>Waste classification observed to be reliable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/>
                <a:cs typeface="Poppins"/>
              </a:rPr>
              <a:t>Crowd-based stop logic improved safety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/>
                <a:cs typeface="Poppins"/>
              </a:rPr>
              <a:t>Docking behavior reduced unnecessary movement</a:t>
            </a:r>
          </a:p>
        </p:txBody>
      </p:sp>
    </p:spTree>
    <p:extLst>
      <p:ext uri="{BB962C8B-B14F-4D97-AF65-F5344CB8AC3E}">
        <p14:creationId xmlns:p14="http://schemas.microsoft.com/office/powerpoint/2010/main" val="695497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9AD3-4F75-416D-1711-4E91826C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E44760BC-8661-8C30-D2B6-021306C3BE02}"/>
              </a:ext>
            </a:extLst>
          </p:cNvPr>
          <p:cNvSpPr txBox="1"/>
          <p:nvPr/>
        </p:nvSpPr>
        <p:spPr>
          <a:xfrm>
            <a:off x="0" y="-417017"/>
            <a:ext cx="2438400" cy="25991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6" name="object 3">
            <a:extLst>
              <a:ext uri="{FF2B5EF4-FFF2-40B4-BE49-F238E27FC236}">
                <a16:creationId xmlns:a16="http://schemas.microsoft.com/office/drawing/2014/main" id="{A885088B-E33E-9BBA-52E4-319383AB5FA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27" name="object 4">
            <a:extLst>
              <a:ext uri="{FF2B5EF4-FFF2-40B4-BE49-F238E27FC236}">
                <a16:creationId xmlns:a16="http://schemas.microsoft.com/office/drawing/2014/main" id="{013C9248-382D-AFC8-3196-43B6E8241645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8" name="Slide Number Placeholder 35">
            <a:extLst>
              <a:ext uri="{FF2B5EF4-FFF2-40B4-BE49-F238E27FC236}">
                <a16:creationId xmlns:a16="http://schemas.microsoft.com/office/drawing/2014/main" id="{C186EB00-6F55-9AC8-C09B-E980123E4053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10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A858AF87-A8F1-5B5F-B22C-A16E9D17C414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IT22292940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20B0CF33-9972-1FCC-ECD0-CE9B0D7C4A41}"/>
              </a:ext>
            </a:extLst>
          </p:cNvPr>
          <p:cNvSpPr txBox="1"/>
          <p:nvPr/>
        </p:nvSpPr>
        <p:spPr>
          <a:xfrm>
            <a:off x="769620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 anchor="t">
            <a:spAutoFit/>
          </a:bodyPr>
          <a:lstStyle/>
          <a:p>
            <a:pPr marL="12700">
              <a:spcBef>
                <a:spcPts val="10"/>
              </a:spcBef>
              <a:tabLst>
                <a:tab pos="2166620" algn="l"/>
              </a:tabLst>
            </a:pPr>
            <a:r>
              <a:rPr lang="en-US" sz="2600" b="1">
                <a:latin typeface="Cambria"/>
                <a:cs typeface="Cambria"/>
              </a:rPr>
              <a:t>Jayasekara R.G.S.</a:t>
            </a:r>
            <a:r>
              <a:rPr sz="2600" b="1">
                <a:latin typeface="Cambria"/>
                <a:cs typeface="Cambria"/>
              </a:rPr>
              <a:t>	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sz="2600" spc="-50">
                <a:latin typeface="Cambria"/>
                <a:cs typeface="Cambria"/>
              </a:rPr>
              <a:t>|</a:t>
            </a:r>
            <a:endParaRPr lang="en-US" sz="2600">
              <a:latin typeface="Cambria"/>
              <a:cs typeface="Cambria"/>
            </a:endParaRPr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766AE18C-B6BD-544D-EE7B-4EE2ABBD19A9}"/>
              </a:ext>
            </a:extLst>
          </p:cNvPr>
          <p:cNvSpPr txBox="1"/>
          <p:nvPr/>
        </p:nvSpPr>
        <p:spPr>
          <a:xfrm>
            <a:off x="10920348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98BC43-CFE7-44D7-019A-B2B69FCB00DF}"/>
              </a:ext>
            </a:extLst>
          </p:cNvPr>
          <p:cNvSpPr txBox="1"/>
          <p:nvPr/>
        </p:nvSpPr>
        <p:spPr>
          <a:xfrm>
            <a:off x="8679180" y="46710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i-LK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ABA046-3483-E3EB-D817-56EDA2D3A10C}"/>
              </a:ext>
            </a:extLst>
          </p:cNvPr>
          <p:cNvSpPr txBox="1"/>
          <p:nvPr/>
        </p:nvSpPr>
        <p:spPr>
          <a:xfrm>
            <a:off x="2133600" y="6631724"/>
            <a:ext cx="1498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B.Sc. (Hons) Degree in Information Technology Specialized in Information Technology</a:t>
            </a:r>
            <a:endParaRPr lang="si-LK" sz="3200"/>
          </a:p>
        </p:txBody>
      </p:sp>
      <p:grpSp>
        <p:nvGrpSpPr>
          <p:cNvPr id="35" name="Group 15">
            <a:extLst>
              <a:ext uri="{FF2B5EF4-FFF2-40B4-BE49-F238E27FC236}">
                <a16:creationId xmlns:a16="http://schemas.microsoft.com/office/drawing/2014/main" id="{2EEB4CE1-5146-7759-282D-B191A7C8B5B0}"/>
              </a:ext>
            </a:extLst>
          </p:cNvPr>
          <p:cNvGrpSpPr/>
          <p:nvPr/>
        </p:nvGrpSpPr>
        <p:grpSpPr>
          <a:xfrm>
            <a:off x="-15240" y="4533900"/>
            <a:ext cx="18531840" cy="1340302"/>
            <a:chOff x="0" y="0"/>
            <a:chExt cx="1551036" cy="199364"/>
          </a:xfrm>
          <a:solidFill>
            <a:schemeClr val="tx2"/>
          </a:solidFill>
        </p:grpSpPr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F183980C-1CAA-15D3-1B88-6972DDD5E961}"/>
                </a:ext>
              </a:extLst>
            </p:cNvPr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397FEA68-1197-CB3E-1E2A-8B9DDB957D64}"/>
                </a:ext>
              </a:extLst>
            </p:cNvPr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C0B00B8-5AA1-479E-43F5-42540B03941E}"/>
              </a:ext>
            </a:extLst>
          </p:cNvPr>
          <p:cNvSpPr txBox="1"/>
          <p:nvPr/>
        </p:nvSpPr>
        <p:spPr>
          <a:xfrm>
            <a:off x="566411" y="4674018"/>
            <a:ext cx="17368537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4800" spc="-35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AUTOMATED WASTE SORTING &amp; DISPOSAL BIN MONITORING</a:t>
            </a:r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6A9230E7-DE54-ECD2-4B35-1DFB5A6D673F}"/>
              </a:ext>
            </a:extLst>
          </p:cNvPr>
          <p:cNvSpPr/>
          <p:nvPr/>
        </p:nvSpPr>
        <p:spPr>
          <a:xfrm>
            <a:off x="480744" y="366444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si-LK"/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0D618073-6B00-3032-FCA2-9A9DD0E40EA6}"/>
              </a:ext>
            </a:extLst>
          </p:cNvPr>
          <p:cNvSpPr txBox="1"/>
          <p:nvPr/>
        </p:nvSpPr>
        <p:spPr>
          <a:xfrm>
            <a:off x="625802" y="639656"/>
            <a:ext cx="1134140" cy="794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5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4784">
              <a:solidFill>
                <a:srgbClr val="FDFD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58261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E8BDF-31B4-8935-3DE5-AB2E2DFFC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00653D9-F486-63E9-B5AC-2E24EEC40578}"/>
              </a:ext>
            </a:extLst>
          </p:cNvPr>
          <p:cNvGrpSpPr/>
          <p:nvPr/>
        </p:nvGrpSpPr>
        <p:grpSpPr>
          <a:xfrm>
            <a:off x="247242" y="113976"/>
            <a:ext cx="17793515" cy="9474899"/>
            <a:chOff x="0" y="-38100"/>
            <a:chExt cx="4982580" cy="27829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2987B0-9C27-4537-E65F-05C4C1205EC2}"/>
                </a:ext>
              </a:extLst>
            </p:cNvPr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C790DD8-CBBE-D297-590D-E44232DCE4C7}"/>
                </a:ext>
              </a:extLst>
            </p:cNvPr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3DEC9187-6EA7-8E7B-C88D-240C3311377B}"/>
              </a:ext>
            </a:extLst>
          </p:cNvPr>
          <p:cNvSpPr txBox="1"/>
          <p:nvPr/>
        </p:nvSpPr>
        <p:spPr>
          <a:xfrm>
            <a:off x="1792421" y="552978"/>
            <a:ext cx="15063019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spc="-35">
                <a:solidFill>
                  <a:schemeClr val="tx2">
                    <a:lumMod val="60000"/>
                    <a:lumOff val="4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Automated Waste Sorting And Disposal Bin Monitoring</a:t>
            </a:r>
          </a:p>
        </p:txBody>
      </p:sp>
      <p:pic>
        <p:nvPicPr>
          <p:cNvPr id="41" name="object 3">
            <a:extLst>
              <a:ext uri="{FF2B5EF4-FFF2-40B4-BE49-F238E27FC236}">
                <a16:creationId xmlns:a16="http://schemas.microsoft.com/office/drawing/2014/main" id="{42B236CA-2267-B023-9315-2F59AF4745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42" name="object 4">
            <a:extLst>
              <a:ext uri="{FF2B5EF4-FFF2-40B4-BE49-F238E27FC236}">
                <a16:creationId xmlns:a16="http://schemas.microsoft.com/office/drawing/2014/main" id="{ABCD2BFC-505E-67F7-5D3C-082E593BAAD4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3" name="Slide Number Placeholder 35">
            <a:extLst>
              <a:ext uri="{FF2B5EF4-FFF2-40B4-BE49-F238E27FC236}">
                <a16:creationId xmlns:a16="http://schemas.microsoft.com/office/drawing/2014/main" id="{85BEF856-51E5-B448-03C1-5DE1FFCC5BC3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11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5A99C01A-29C1-E942-0819-556F46C84DB0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IT22292940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67B27B76-96B2-69EE-A166-BEE6B8681663}"/>
              </a:ext>
            </a:extLst>
          </p:cNvPr>
          <p:cNvSpPr txBox="1"/>
          <p:nvPr/>
        </p:nvSpPr>
        <p:spPr>
          <a:xfrm>
            <a:off x="769620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sz="2600" b="1">
                <a:latin typeface="Cambria"/>
                <a:cs typeface="Cambria"/>
              </a:rPr>
              <a:t>Jayasekara R.G.S.</a:t>
            </a:r>
            <a:r>
              <a:rPr sz="2600" spc="-50">
                <a:latin typeface="Cambria"/>
                <a:cs typeface="Cambria"/>
              </a:rPr>
              <a:t>|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46" name="object 9">
            <a:extLst>
              <a:ext uri="{FF2B5EF4-FFF2-40B4-BE49-F238E27FC236}">
                <a16:creationId xmlns:a16="http://schemas.microsoft.com/office/drawing/2014/main" id="{C5D1AB93-650C-730F-156F-4290A04C963C}"/>
              </a:ext>
            </a:extLst>
          </p:cNvPr>
          <p:cNvSpPr txBox="1"/>
          <p:nvPr/>
        </p:nvSpPr>
        <p:spPr>
          <a:xfrm>
            <a:off x="10920348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A8DCB-BFFF-E8EB-5EC1-BE5F1C438941}"/>
              </a:ext>
            </a:extLst>
          </p:cNvPr>
          <p:cNvSpPr txBox="1"/>
          <p:nvPr/>
        </p:nvSpPr>
        <p:spPr>
          <a:xfrm>
            <a:off x="942544" y="1380383"/>
            <a:ext cx="16702790" cy="28892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ea typeface="Calibri"/>
                <a:cs typeface="Poppins"/>
              </a:rPr>
              <a:t>Solution Approach</a:t>
            </a:r>
            <a:endParaRPr lang="en-US">
              <a:solidFill>
                <a:schemeClr val="accent1">
                  <a:lumMod val="75000"/>
                </a:schemeClr>
              </a:solidFill>
              <a:latin typeface="Poppins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By automating the pickup and disposal of waste at a fixed location, avoid the manual sorting and reduces delayed bin collection.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Bin level monitoring ensures the improving of operational efficiency and hygiene.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59EB6-DD6A-5330-8FC6-DD679C8226F8}"/>
              </a:ext>
            </a:extLst>
          </p:cNvPr>
          <p:cNvSpPr txBox="1"/>
          <p:nvPr/>
        </p:nvSpPr>
        <p:spPr>
          <a:xfrm>
            <a:off x="841540" y="4710945"/>
            <a:ext cx="13347492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cs typeface="Poppins"/>
              </a:rPr>
              <a:t>Requirements Fulfilment</a:t>
            </a:r>
            <a:endParaRPr lang="en-US" sz="3400" b="1">
              <a:solidFill>
                <a:schemeClr val="accent1">
                  <a:lumMod val="75000"/>
                </a:schemeClr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2BD81-7C8E-BF79-8785-4767C372D36F}"/>
              </a:ext>
            </a:extLst>
          </p:cNvPr>
          <p:cNvSpPr txBox="1"/>
          <p:nvPr/>
        </p:nvSpPr>
        <p:spPr>
          <a:xfrm>
            <a:off x="893992" y="5452665"/>
            <a:ext cx="16702790" cy="41819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b="1">
                <a:latin typeface="Poppins"/>
                <a:ea typeface="+mn-lt"/>
                <a:cs typeface="Poppins"/>
              </a:rPr>
              <a:t>Identify the garbage presence: </a:t>
            </a:r>
            <a:r>
              <a:rPr lang="en-US" sz="3000">
                <a:latin typeface="Poppins"/>
                <a:ea typeface="+mn-lt"/>
                <a:cs typeface="Poppins"/>
              </a:rPr>
              <a:t>Using IR sensor and weight sensor arm identifies the garbage presence.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b="1">
                <a:latin typeface="Poppins"/>
                <a:ea typeface="+mn-lt"/>
                <a:cs typeface="Poppins"/>
              </a:rPr>
              <a:t>Accurate picking up &amp; drop process: </a:t>
            </a:r>
            <a:r>
              <a:rPr lang="en-US" sz="3000">
                <a:latin typeface="Poppins"/>
                <a:ea typeface="+mn-lt"/>
                <a:cs typeface="Poppins"/>
              </a:rPr>
              <a:t>Use ultrasonic sensor and ESP32-CAM for improving the accuracy of garbage picking up and pre-defined bin location for the dropping process.</a:t>
            </a:r>
          </a:p>
          <a:p>
            <a:pPr>
              <a:lnSpc>
                <a:spcPct val="150000"/>
              </a:lnSpc>
            </a:pPr>
            <a:endParaRPr lang="en-US" sz="3000">
              <a:latin typeface="Poppins"/>
              <a:ea typeface="+mn-lt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197906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D91D3-6909-767B-DF51-37ECC1724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B6610D2-34ED-C924-261B-2DDD84323C6D}"/>
              </a:ext>
            </a:extLst>
          </p:cNvPr>
          <p:cNvGrpSpPr/>
          <p:nvPr/>
        </p:nvGrpSpPr>
        <p:grpSpPr>
          <a:xfrm>
            <a:off x="247242" y="113976"/>
            <a:ext cx="17793515" cy="9474901"/>
            <a:chOff x="0" y="-38100"/>
            <a:chExt cx="4982580" cy="28132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BA9910-FD06-4496-E5C3-A569A18FA08E}"/>
                </a:ext>
              </a:extLst>
            </p:cNvPr>
            <p:cNvSpPr/>
            <p:nvPr/>
          </p:nvSpPr>
          <p:spPr>
            <a:xfrm>
              <a:off x="0" y="0"/>
              <a:ext cx="4982580" cy="2775172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si-LK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CE894FE-CECB-7A9F-4F63-0341E9C2676D}"/>
                </a:ext>
              </a:extLst>
            </p:cNvPr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>
                <a:ln w="28575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08BEE514-8A70-6F83-51B2-54A4B46F35E7}"/>
              </a:ext>
            </a:extLst>
          </p:cNvPr>
          <p:cNvSpPr txBox="1"/>
          <p:nvPr/>
        </p:nvSpPr>
        <p:spPr>
          <a:xfrm>
            <a:off x="1716712" y="544286"/>
            <a:ext cx="14968507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spc="-35">
                <a:solidFill>
                  <a:schemeClr val="tx2">
                    <a:lumMod val="60000"/>
                    <a:lumOff val="4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Automated Waste Sorting And Disposal Bin Monitoring</a:t>
            </a:r>
          </a:p>
        </p:txBody>
      </p:sp>
      <p:pic>
        <p:nvPicPr>
          <p:cNvPr id="41" name="object 3">
            <a:extLst>
              <a:ext uri="{FF2B5EF4-FFF2-40B4-BE49-F238E27FC236}">
                <a16:creationId xmlns:a16="http://schemas.microsoft.com/office/drawing/2014/main" id="{E34DCC24-EF22-0CE0-E50C-1E76A4440D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40732"/>
            <a:ext cx="3246120" cy="684368"/>
          </a:xfrm>
          <a:prstGeom prst="rect">
            <a:avLst/>
          </a:prstGeom>
        </p:spPr>
      </p:pic>
      <p:sp>
        <p:nvSpPr>
          <p:cNvPr id="42" name="object 4">
            <a:extLst>
              <a:ext uri="{FF2B5EF4-FFF2-40B4-BE49-F238E27FC236}">
                <a16:creationId xmlns:a16="http://schemas.microsoft.com/office/drawing/2014/main" id="{0D6D9852-F581-45E9-B621-1E5D514D09F1}"/>
              </a:ext>
            </a:extLst>
          </p:cNvPr>
          <p:cNvSpPr txBox="1"/>
          <p:nvPr/>
        </p:nvSpPr>
        <p:spPr>
          <a:xfrm>
            <a:off x="1441236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3" name="Slide Number Placeholder 35">
            <a:extLst>
              <a:ext uri="{FF2B5EF4-FFF2-40B4-BE49-F238E27FC236}">
                <a16:creationId xmlns:a16="http://schemas.microsoft.com/office/drawing/2014/main" id="{AE52CBCD-1C0D-EC06-8FAF-2468C35936FF}"/>
              </a:ext>
            </a:extLst>
          </p:cNvPr>
          <p:cNvSpPr txBox="1">
            <a:spLocks/>
          </p:cNvSpPr>
          <p:nvPr/>
        </p:nvSpPr>
        <p:spPr>
          <a:xfrm>
            <a:off x="1577371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12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3A7724E8-602D-309B-6124-606EFD463BB4}"/>
              </a:ext>
            </a:extLst>
          </p:cNvPr>
          <p:cNvSpPr txBox="1">
            <a:spLocks/>
          </p:cNvSpPr>
          <p:nvPr/>
        </p:nvSpPr>
        <p:spPr>
          <a:xfrm>
            <a:off x="5562600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"/>
              </a:spcBef>
              <a:tabLst>
                <a:tab pos="1520825" algn="l"/>
              </a:tabLst>
            </a:pPr>
            <a:r>
              <a:rPr lang="en-US" sz="2600" spc="-10"/>
              <a:t>IT22292940</a:t>
            </a:r>
            <a:r>
              <a:rPr lang="en-US" sz="2600"/>
              <a:t>	</a:t>
            </a:r>
            <a:r>
              <a:rPr lang="en-US" sz="2600" spc="-50">
                <a:latin typeface="Cambria"/>
                <a:cs typeface="Cambria"/>
              </a:rPr>
              <a:t>|</a:t>
            </a:r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318ACAF4-5933-6449-D845-0A469B9AC61F}"/>
              </a:ext>
            </a:extLst>
          </p:cNvPr>
          <p:cNvSpPr txBox="1"/>
          <p:nvPr/>
        </p:nvSpPr>
        <p:spPr>
          <a:xfrm>
            <a:off x="7696200" y="9791700"/>
            <a:ext cx="3195478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sz="2600" b="1">
                <a:latin typeface="Cambria"/>
                <a:cs typeface="Cambria"/>
              </a:rPr>
              <a:t>Jayasekara R.G.S.</a:t>
            </a:r>
            <a:r>
              <a:rPr lang="si-LK" sz="2600" b="1">
                <a:latin typeface="Cambria"/>
                <a:cs typeface="Cambria"/>
              </a:rPr>
              <a:t>  </a:t>
            </a:r>
            <a:r>
              <a:rPr sz="2600" spc="-50">
                <a:latin typeface="Cambria"/>
                <a:cs typeface="Cambria"/>
              </a:rPr>
              <a:t>|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46" name="object 9">
            <a:extLst>
              <a:ext uri="{FF2B5EF4-FFF2-40B4-BE49-F238E27FC236}">
                <a16:creationId xmlns:a16="http://schemas.microsoft.com/office/drawing/2014/main" id="{D99BAC13-EC0B-2057-C6E8-5A209B2630DF}"/>
              </a:ext>
            </a:extLst>
          </p:cNvPr>
          <p:cNvSpPr txBox="1"/>
          <p:nvPr/>
        </p:nvSpPr>
        <p:spPr>
          <a:xfrm>
            <a:off x="10920348" y="9791700"/>
            <a:ext cx="2490852" cy="40139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si-LK" sz="2600" spc="-10">
                <a:latin typeface="Cambria"/>
                <a:cs typeface="Cambria"/>
              </a:rPr>
              <a:t>25-26</a:t>
            </a:r>
            <a:r>
              <a:rPr lang="en-US" sz="2600" spc="-10">
                <a:latin typeface="Cambria"/>
                <a:cs typeface="Cambria"/>
              </a:rPr>
              <a:t>J</a:t>
            </a:r>
            <a:r>
              <a:rPr lang="si-LK" sz="2600" spc="-10">
                <a:latin typeface="Cambria"/>
                <a:cs typeface="Cambria"/>
              </a:rPr>
              <a:t>-191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AB048-E8F3-DFB8-63FC-F9FE6444B73A}"/>
              </a:ext>
            </a:extLst>
          </p:cNvPr>
          <p:cNvSpPr txBox="1"/>
          <p:nvPr/>
        </p:nvSpPr>
        <p:spPr>
          <a:xfrm>
            <a:off x="887260" y="1724938"/>
            <a:ext cx="16702790" cy="28892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ea typeface="Calibri"/>
                <a:cs typeface="Poppins"/>
              </a:rPr>
              <a:t>Design Excellence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The design is integrated robotic manipulation with real-time bin monitoring and notification systems into a single workflow.</a:t>
            </a:r>
          </a:p>
          <a:p>
            <a:pPr>
              <a:lnSpc>
                <a:spcPct val="150000"/>
              </a:lnSpc>
            </a:pPr>
            <a:endParaRPr lang="en-US" sz="3000">
              <a:latin typeface="Poppins"/>
              <a:ea typeface="+mn-lt"/>
              <a:cs typeface="Poppi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B623-CE53-FC35-2A11-758754F733D2}"/>
              </a:ext>
            </a:extLst>
          </p:cNvPr>
          <p:cNvSpPr txBox="1"/>
          <p:nvPr/>
        </p:nvSpPr>
        <p:spPr>
          <a:xfrm>
            <a:off x="890426" y="4675862"/>
            <a:ext cx="13347492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400" b="1">
                <a:solidFill>
                  <a:schemeClr val="accent1">
                    <a:lumMod val="75000"/>
                  </a:schemeClr>
                </a:solidFill>
                <a:latin typeface="Poppins"/>
                <a:cs typeface="Poppins"/>
              </a:rPr>
              <a:t>User Feedbacks</a:t>
            </a:r>
            <a:endParaRPr lang="en-US" sz="3400" b="1">
              <a:solidFill>
                <a:schemeClr val="accent1">
                  <a:lumMod val="75000"/>
                </a:schemeClr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3886DA-3D95-5C0B-F15A-8A81B42D0592}"/>
              </a:ext>
            </a:extLst>
          </p:cNvPr>
          <p:cNvSpPr txBox="1"/>
          <p:nvPr/>
        </p:nvSpPr>
        <p:spPr>
          <a:xfrm>
            <a:off x="792604" y="5419733"/>
            <a:ext cx="16702790" cy="34894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Real-time notification sending app ensures the efficient waste handling by reducing unnecessary cleaning cycles.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>
                <a:latin typeface="Poppins"/>
                <a:ea typeface="+mn-lt"/>
                <a:cs typeface="Poppins"/>
              </a:rPr>
              <a:t>feedback for the efficiency of robotic arm function will be collected after the improvement.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3000">
              <a:latin typeface="Poppins"/>
              <a:ea typeface="+mn-lt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02207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8447C-FF7C-EFE8-92C3-A67D8803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CC11A3B6-3C8E-4168-F0C6-76A7D485CFA1}"/>
              </a:ext>
            </a:extLst>
          </p:cNvPr>
          <p:cNvGrpSpPr/>
          <p:nvPr/>
        </p:nvGrpSpPr>
        <p:grpSpPr>
          <a:xfrm>
            <a:off x="-152400" y="-67325"/>
            <a:ext cx="18973800" cy="1523587"/>
            <a:chOff x="0" y="-38100"/>
            <a:chExt cx="2106826" cy="2151192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0DC6A925-FF5A-1515-17E0-F29EEBADB2FF}"/>
                </a:ext>
              </a:extLst>
            </p:cNvPr>
            <p:cNvSpPr/>
            <p:nvPr/>
          </p:nvSpPr>
          <p:spPr>
            <a:xfrm>
              <a:off x="0" y="0"/>
              <a:ext cx="2106826" cy="2113092"/>
            </a:xfrm>
            <a:custGeom>
              <a:avLst/>
              <a:gdLst/>
              <a:ahLst/>
              <a:cxnLst/>
              <a:rect l="l" t="t" r="r" b="b"/>
              <a:pathLst>
                <a:path w="2106826" h="2113092">
                  <a:moveTo>
                    <a:pt x="0" y="0"/>
                  </a:moveTo>
                  <a:lnTo>
                    <a:pt x="2106826" y="0"/>
                  </a:lnTo>
                  <a:lnTo>
                    <a:pt x="2106826" y="2113092"/>
                  </a:lnTo>
                  <a:lnTo>
                    <a:pt x="0" y="2113092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si-LK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89A8DA9E-ED2E-8A3E-07D8-84803241783A}"/>
                </a:ext>
              </a:extLst>
            </p:cNvPr>
            <p:cNvSpPr txBox="1"/>
            <p:nvPr/>
          </p:nvSpPr>
          <p:spPr>
            <a:xfrm>
              <a:off x="0" y="-38100"/>
              <a:ext cx="2106826" cy="2151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50" name="TextBox 12">
            <a:extLst>
              <a:ext uri="{FF2B5EF4-FFF2-40B4-BE49-F238E27FC236}">
                <a16:creationId xmlns:a16="http://schemas.microsoft.com/office/drawing/2014/main" id="{14F17764-AF2D-8319-7350-2E948DE005BF}"/>
              </a:ext>
            </a:extLst>
          </p:cNvPr>
          <p:cNvGraphicFramePr/>
          <p:nvPr/>
        </p:nvGraphicFramePr>
        <p:xfrm>
          <a:off x="12683247" y="1444090"/>
          <a:ext cx="5071354" cy="7633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C78F12-FC51-DDE9-D006-A30026DFA6B2}"/>
              </a:ext>
            </a:extLst>
          </p:cNvPr>
          <p:cNvSpPr txBox="1"/>
          <p:nvPr/>
        </p:nvSpPr>
        <p:spPr>
          <a:xfrm>
            <a:off x="1178855" y="1375580"/>
            <a:ext cx="16835140" cy="8364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700" b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Customer Persona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50">
                <a:latin typeface="Poppins" panose="00000500000000000000" pitchFamily="2" charset="0"/>
                <a:cs typeface="Poppins" panose="00000500000000000000" pitchFamily="2" charset="0"/>
              </a:rPr>
              <a:t>Railway authorities and station management teams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50">
                <a:latin typeface="Poppins" panose="00000500000000000000" pitchFamily="2" charset="0"/>
                <a:cs typeface="Poppins" panose="00000500000000000000" pitchFamily="2" charset="0"/>
              </a:rPr>
              <a:t>Urban municipal waste management departments</a:t>
            </a:r>
          </a:p>
          <a:p>
            <a:pPr>
              <a:lnSpc>
                <a:spcPct val="150000"/>
              </a:lnSpc>
            </a:pPr>
            <a:r>
              <a:rPr lang="en-US" sz="2700" b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Market Size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50">
                <a:latin typeface="Poppins" panose="00000500000000000000" pitchFamily="2" charset="0"/>
                <a:cs typeface="Poppins" panose="00000500000000000000" pitchFamily="2" charset="0"/>
              </a:rPr>
              <a:t> Growing smart-city and public-infrastructure automation market</a:t>
            </a: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50">
                <a:latin typeface="Poppins" panose="00000500000000000000" pitchFamily="2" charset="0"/>
                <a:cs typeface="Poppins" panose="00000500000000000000" pitchFamily="2" charset="0"/>
              </a:rPr>
              <a:t>Large-scale deployment potential across national railway stations and urban transport networks</a:t>
            </a:r>
          </a:p>
          <a:p>
            <a:pPr>
              <a:lnSpc>
                <a:spcPct val="150000"/>
              </a:lnSpc>
            </a:pPr>
            <a:r>
              <a:rPr lang="en-US" sz="2700" b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is Unique in the Solution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50">
                <a:latin typeface="Poppins" panose="00000500000000000000" pitchFamily="2" charset="0"/>
                <a:cs typeface="Poppins" panose="00000500000000000000" pitchFamily="2" charset="0"/>
              </a:rPr>
              <a:t> Fully autonomous waste detection, navigation, collection, and unloading in safety-critical railway  environments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50">
                <a:latin typeface="Poppins" panose="00000500000000000000" pitchFamily="2" charset="0"/>
                <a:cs typeface="Poppins" panose="00000500000000000000" pitchFamily="2" charset="0"/>
              </a:rPr>
              <a:t>Lightweight AI models and sensor-based navigation optimized for real-time embedded systems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50">
                <a:latin typeface="Poppins" panose="00000500000000000000" pitchFamily="2" charset="0"/>
                <a:cs typeface="Poppins" panose="00000500000000000000" pitchFamily="2" charset="0"/>
              </a:rPr>
              <a:t>Designed specifically for dynamic public spaces with pedestrians and platform-edge risks</a:t>
            </a:r>
          </a:p>
          <a:p>
            <a:pPr>
              <a:lnSpc>
                <a:spcPct val="150000"/>
              </a:lnSpc>
            </a:pPr>
            <a:r>
              <a:rPr lang="en-US" sz="2700" b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Cost Recovery Model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2450">
                <a:latin typeface="Poppins" panose="00000500000000000000" pitchFamily="2" charset="0"/>
                <a:cs typeface="Poppins" panose="00000500000000000000" pitchFamily="2" charset="0"/>
              </a:rPr>
              <a:t> Reduced recurring labor and operational cleaning costs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50">
                <a:latin typeface="Poppins" panose="00000500000000000000" pitchFamily="2" charset="0"/>
                <a:cs typeface="Poppins" panose="00000500000000000000" pitchFamily="2" charset="0"/>
              </a:rPr>
              <a:t>Scalable deployment lowers per-unit cost over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9E4B95-36C7-EB2D-8214-446E146B9CE9}"/>
              </a:ext>
            </a:extLst>
          </p:cNvPr>
          <p:cNvSpPr txBox="1"/>
          <p:nvPr/>
        </p:nvSpPr>
        <p:spPr>
          <a:xfrm>
            <a:off x="609599" y="123265"/>
            <a:ext cx="1706880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CLOUD-INTEGRATED IOT AND ML-BASED WASTE MANAGEMENT </a:t>
            </a:r>
          </a:p>
          <a:p>
            <a:pPr algn="ctr"/>
            <a:r>
              <a:rPr lang="en-US" sz="3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SYSTEM FOR RAILWAY STATIONS</a:t>
            </a:r>
            <a:endParaRPr lang="en-US" sz="3800">
              <a:solidFill>
                <a:schemeClr val="bg1"/>
              </a:solidFill>
              <a:latin typeface="Poppins" panose="00000500000000000000" pitchFamily="2" charset="0"/>
              <a:ea typeface="Cheddar"/>
              <a:cs typeface="Poppins" panose="00000500000000000000" pitchFamily="2" charset="0"/>
              <a:sym typeface="Cheddar"/>
            </a:endParaRP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91E25C4A-638A-4F96-E2A3-444BACDAAF9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680" y="9640732"/>
            <a:ext cx="3246120" cy="684368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D1A87E16-E5F2-4F12-E0A8-1AACAE4FFD2E}"/>
              </a:ext>
            </a:extLst>
          </p:cNvPr>
          <p:cNvSpPr txBox="1"/>
          <p:nvPr/>
        </p:nvSpPr>
        <p:spPr>
          <a:xfrm>
            <a:off x="1451904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si-LK" sz="2800" b="1" spc="-10">
                <a:latin typeface="Cambria"/>
                <a:cs typeface="Cambria"/>
              </a:rPr>
              <a:t>1</a:t>
            </a:r>
            <a:r>
              <a:rPr lang="en-US" sz="2800" b="1" spc="-10">
                <a:latin typeface="Cambria"/>
                <a:cs typeface="Cambria"/>
              </a:rPr>
              <a:t>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5" name="Slide Number Placeholder 35">
            <a:extLst>
              <a:ext uri="{FF2B5EF4-FFF2-40B4-BE49-F238E27FC236}">
                <a16:creationId xmlns:a16="http://schemas.microsoft.com/office/drawing/2014/main" id="{AF542762-36F1-EDE4-49DC-3116FED6B896}"/>
              </a:ext>
            </a:extLst>
          </p:cNvPr>
          <p:cNvSpPr txBox="1">
            <a:spLocks/>
          </p:cNvSpPr>
          <p:nvPr/>
        </p:nvSpPr>
        <p:spPr>
          <a:xfrm>
            <a:off x="1588039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13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971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9400" y="3170722"/>
            <a:ext cx="12406890" cy="3043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chemeClr val="accent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si-LK"/>
          </a:p>
        </p:txBody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si-LK"/>
          </a:p>
        </p:txBody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chemeClr val="accent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si-LK"/>
          </a:p>
        </p:txBody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si-LK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7F17ACBE-A761-5C29-0ED3-89A409AB65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" y="9640732"/>
            <a:ext cx="3246120" cy="684368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0B2A97C-D59F-2E1C-F611-DDDE689A3D36}"/>
              </a:ext>
            </a:extLst>
          </p:cNvPr>
          <p:cNvSpPr txBox="1"/>
          <p:nvPr/>
        </p:nvSpPr>
        <p:spPr>
          <a:xfrm>
            <a:off x="14519042" y="9704646"/>
            <a:ext cx="2209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latin typeface="Cambria"/>
                <a:cs typeface="Cambria"/>
              </a:rPr>
              <a:t>6</a:t>
            </a:r>
            <a:r>
              <a:rPr sz="2800" b="1" spc="-10">
                <a:latin typeface="Cambria"/>
                <a:cs typeface="Cambria"/>
              </a:rPr>
              <a:t>/</a:t>
            </a:r>
            <a:r>
              <a:rPr lang="en-US" sz="2800" b="1" spc="-10">
                <a:latin typeface="Cambria"/>
                <a:cs typeface="Cambria"/>
              </a:rPr>
              <a:t>1/2026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9" name="Slide Number Placeholder 35">
            <a:extLst>
              <a:ext uri="{FF2B5EF4-FFF2-40B4-BE49-F238E27FC236}">
                <a16:creationId xmlns:a16="http://schemas.microsoft.com/office/drawing/2014/main" id="{9F814116-DF18-1D72-4755-2B436BE9E01D}"/>
              </a:ext>
            </a:extLst>
          </p:cNvPr>
          <p:cNvSpPr txBox="1">
            <a:spLocks/>
          </p:cNvSpPr>
          <p:nvPr/>
        </p:nvSpPr>
        <p:spPr>
          <a:xfrm>
            <a:off x="15880394" y="9731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14</a:t>
            </a:fld>
            <a:endParaRPr lang="en-US" sz="2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09E8A9579CC8429D7A376B3B7F3035" ma:contentTypeVersion="17" ma:contentTypeDescription="Create a new document." ma:contentTypeScope="" ma:versionID="d7af1021880c2d79cbf9ddbb77298eda">
  <xsd:schema xmlns:xsd="http://www.w3.org/2001/XMLSchema" xmlns:xs="http://www.w3.org/2001/XMLSchema" xmlns:p="http://schemas.microsoft.com/office/2006/metadata/properties" xmlns:ns2="cc2309de-b340-4314-83aa-85b788e4bf2e" xmlns:ns3="189402c0-dd1c-414e-a51a-8c88113aa984" targetNamespace="http://schemas.microsoft.com/office/2006/metadata/properties" ma:root="true" ma:fieldsID="76bbcc72414be0a7a9e32ba38d3ff770" ns2:_="" ns3:_="">
    <xsd:import namespace="cc2309de-b340-4314-83aa-85b788e4bf2e"/>
    <xsd:import namespace="189402c0-dd1c-414e-a51a-8c88113aa984"/>
    <xsd:element name="properties">
      <xsd:complexType>
        <xsd:sequence>
          <xsd:element name="documentManagement">
            <xsd:complexType>
              <xsd:all>
                <xsd:element ref="ns2:Deadline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SubmissionDeadline" minOccurs="0"/>
                <xsd:element ref="ns2:MediaServiceDateTaken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2309de-b340-4314-83aa-85b788e4bf2e" elementFormDefault="qualified">
    <xsd:import namespace="http://schemas.microsoft.com/office/2006/documentManagement/types"/>
    <xsd:import namespace="http://schemas.microsoft.com/office/infopath/2007/PartnerControls"/>
    <xsd:element name="Deadline" ma:index="2" nillable="true" ma:displayName="Deadline" ma:format="DateTime" ma:internalName="Deadline">
      <xsd:simpleType>
        <xsd:restriction base="dms:DateTime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ubmissionDeadline" ma:index="12" nillable="true" ma:displayName="Submission Deadline" ma:format="DateTime" ma:internalName="SubmissionDeadline">
      <xsd:simpleType>
        <xsd:restriction base="dms:DateTim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9402c0-dd1c-414e-a51a-8c88113aa98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32821b2-5bf6-43b7-8805-310c66f22b04}" ma:internalName="TaxCatchAll" ma:showField="CatchAllData" ma:web="189402c0-dd1c-414e-a51a-8c88113aa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adline xmlns="cc2309de-b340-4314-83aa-85b788e4bf2e" xsi:nil="true"/>
    <lcf76f155ced4ddcb4097134ff3c332f xmlns="cc2309de-b340-4314-83aa-85b788e4bf2e">
      <Terms xmlns="http://schemas.microsoft.com/office/infopath/2007/PartnerControls"/>
    </lcf76f155ced4ddcb4097134ff3c332f>
    <SubmissionDeadline xmlns="cc2309de-b340-4314-83aa-85b788e4bf2e" xsi:nil="true"/>
    <TaxCatchAll xmlns="189402c0-dd1c-414e-a51a-8c88113aa98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55AFF3-1A46-4892-805F-EC64F52802F1}">
  <ds:schemaRefs>
    <ds:schemaRef ds:uri="189402c0-dd1c-414e-a51a-8c88113aa984"/>
    <ds:schemaRef ds:uri="cc2309de-b340-4314-83aa-85b788e4bf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2777650-B823-43F4-91D1-2057859193E6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cc2309de-b340-4314-83aa-85b788e4bf2e"/>
    <ds:schemaRef ds:uri="http://schemas.microsoft.com/office/2006/documentManagement/types"/>
    <ds:schemaRef ds:uri="http://schemas.microsoft.com/office/2006/metadata/properties"/>
    <ds:schemaRef ds:uri="http://purl.org/dc/elements/1.1/"/>
    <ds:schemaRef ds:uri="189402c0-dd1c-414e-a51a-8c88113aa984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391F644-4807-4585-B609-9AE8BBD83E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</Words>
  <Application>Microsoft Office PowerPoint</Application>
  <PresentationFormat>Custom</PresentationFormat>
  <Paragraphs>168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Montserrat</vt:lpstr>
      <vt:lpstr>Wingdings</vt:lpstr>
      <vt:lpstr>Calibri</vt:lpstr>
      <vt:lpstr>Amasis MT Pro Medium</vt:lpstr>
      <vt:lpstr>Cambria</vt:lpstr>
      <vt:lpstr>Aptos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dc:creator>USER</dc:creator>
  <cp:lastModifiedBy>USER</cp:lastModifiedBy>
  <cp:revision>2</cp:revision>
  <dcterms:created xsi:type="dcterms:W3CDTF">2006-08-16T00:00:00Z</dcterms:created>
  <dcterms:modified xsi:type="dcterms:W3CDTF">2026-04-26T18:46:52Z</dcterms:modified>
  <dc:identifier>DAGyFgMFlhk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0x0101003109E8A9579CC8429D7A376B3B7F3035</vt:lpwstr>
  </property>
  <property fmtid="{D5CDD505-2E9C-101B-9397-08002B2CF9AE}" pid="3" name="MediaServiceImageTags">
    <vt:lpwstr/>
  </property>
</Properties>
</file>